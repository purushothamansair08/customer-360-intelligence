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5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1FDE79-CD96-4911-BBD1-A159BBCE74CD}" v="1181" dt="2026-09-06T16:53:44.3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urushoth R" userId="4a6291266e8e2515" providerId="Windows Live" clId="Web-{211FDE79-CD96-4911-BBD1-A159BBCE74CD}"/>
    <pc:docChg chg="mod addSld delSld modSld addMainMaster delMainMaster">
      <pc:chgData name="Purushoth R" userId="4a6291266e8e2515" providerId="Windows Live" clId="Web-{211FDE79-CD96-4911-BBD1-A159BBCE74CD}" dt="2026-09-06T16:53:44.379" v="1069" actId="1076"/>
      <pc:docMkLst>
        <pc:docMk/>
      </pc:docMkLst>
      <pc:sldChg chg="addSp delSp modSp mod setBg modClrScheme chgLayout">
        <pc:chgData name="Purushoth R" userId="4a6291266e8e2515" providerId="Windows Live" clId="Web-{211FDE79-CD96-4911-BBD1-A159BBCE74CD}" dt="2026-09-06T12:03:16.386" v="412"/>
        <pc:sldMkLst>
          <pc:docMk/>
          <pc:sldMk cId="109857222" sldId="256"/>
        </pc:sldMkLst>
        <pc:spChg chg="mod ord">
          <ac:chgData name="Purushoth R" userId="4a6291266e8e2515" providerId="Windows Live" clId="Web-{211FDE79-CD96-4911-BBD1-A159BBCE74CD}" dt="2026-09-06T12:03:15.417" v="409" actId="1076"/>
          <ac:spMkLst>
            <pc:docMk/>
            <pc:sldMk cId="109857222" sldId="256"/>
            <ac:spMk id="2" creationId="{00000000-0000-0000-0000-000000000000}"/>
          </ac:spMkLst>
        </pc:spChg>
        <pc:spChg chg="mod ord">
          <ac:chgData name="Purushoth R" userId="4a6291266e8e2515" providerId="Windows Live" clId="Web-{211FDE79-CD96-4911-BBD1-A159BBCE74CD}" dt="2026-09-06T12:03:15.495" v="410" actId="1076"/>
          <ac:spMkLst>
            <pc:docMk/>
            <pc:sldMk cId="109857222" sldId="256"/>
            <ac:spMk id="3" creationId="{00000000-0000-0000-0000-000000000000}"/>
          </ac:spMkLst>
        </pc:spChg>
        <pc:spChg chg="add mod">
          <ac:chgData name="Purushoth R" userId="4a6291266e8e2515" providerId="Windows Live" clId="Web-{211FDE79-CD96-4911-BBD1-A159BBCE74CD}" dt="2026-09-06T12:03:16.198" v="411" actId="1076"/>
          <ac:spMkLst>
            <pc:docMk/>
            <pc:sldMk cId="109857222" sldId="256"/>
            <ac:spMk id="4" creationId="{EC480C68-AA8A-3CBC-2268-7A2228F4ADEB}"/>
          </ac:spMkLst>
        </pc:spChg>
        <pc:spChg chg="add del">
          <ac:chgData name="Purushoth R" userId="4a6291266e8e2515" providerId="Windows Live" clId="Web-{211FDE79-CD96-4911-BBD1-A159BBCE74CD}" dt="2026-09-06T11:12:53.150" v="47"/>
          <ac:spMkLst>
            <pc:docMk/>
            <pc:sldMk cId="109857222" sldId="256"/>
            <ac:spMk id="5" creationId="{0DB529B3-DD6C-F324-4AF0-95B1EB450DFB}"/>
          </ac:spMkLst>
        </pc:spChg>
        <pc:spChg chg="add mod">
          <ac:chgData name="Purushoth R" userId="4a6291266e8e2515" providerId="Windows Live" clId="Web-{211FDE79-CD96-4911-BBD1-A159BBCE74CD}" dt="2026-09-06T11:21:01.199" v="133" actId="20577"/>
          <ac:spMkLst>
            <pc:docMk/>
            <pc:sldMk cId="109857222" sldId="256"/>
            <ac:spMk id="6" creationId="{3385B8E7-BBE2-1103-C41C-AE91423EF387}"/>
          </ac:spMkLst>
        </pc:spChg>
        <pc:picChg chg="add del mod">
          <ac:chgData name="Purushoth R" userId="4a6291266e8e2515" providerId="Windows Live" clId="Web-{211FDE79-CD96-4911-BBD1-A159BBCE74CD}" dt="2026-09-06T11:14:04.309" v="56"/>
          <ac:picMkLst>
            <pc:docMk/>
            <pc:sldMk cId="109857222" sldId="256"/>
            <ac:picMk id="7" creationId="{96D351EC-4717-702D-9350-F20C28CB67C8}"/>
          </ac:picMkLst>
        </pc:picChg>
        <pc:picChg chg="add del mod">
          <ac:chgData name="Purushoth R" userId="4a6291266e8e2515" providerId="Windows Live" clId="Web-{211FDE79-CD96-4911-BBD1-A159BBCE74CD}" dt="2026-09-06T12:03:16.386" v="412"/>
          <ac:picMkLst>
            <pc:docMk/>
            <pc:sldMk cId="109857222" sldId="256"/>
            <ac:picMk id="8" creationId="{D315220D-73E0-F9D4-1384-56FCDB2CD2CF}"/>
          </ac:picMkLst>
        </pc:picChg>
      </pc:sldChg>
      <pc:sldChg chg="addSp delSp modSp new del mod setBg modClrScheme chgLayout">
        <pc:chgData name="Purushoth R" userId="4a6291266e8e2515" providerId="Windows Live" clId="Web-{211FDE79-CD96-4911-BBD1-A159BBCE74CD}" dt="2026-09-06T11:25:27.100" v="154"/>
        <pc:sldMkLst>
          <pc:docMk/>
          <pc:sldMk cId="2353918752" sldId="257"/>
        </pc:sldMkLst>
        <pc:spChg chg="mod ord">
          <ac:chgData name="Purushoth R" userId="4a6291266e8e2515" providerId="Windows Live" clId="Web-{211FDE79-CD96-4911-BBD1-A159BBCE74CD}" dt="2026-09-06T11:23:38.721" v="152" actId="14100"/>
          <ac:spMkLst>
            <pc:docMk/>
            <pc:sldMk cId="2353918752" sldId="257"/>
            <ac:spMk id="2" creationId="{62E3C65D-D7DD-D0D9-7009-9BE649750844}"/>
          </ac:spMkLst>
        </pc:spChg>
        <pc:spChg chg="mod ord">
          <ac:chgData name="Purushoth R" userId="4a6291266e8e2515" providerId="Windows Live" clId="Web-{211FDE79-CD96-4911-BBD1-A159BBCE74CD}" dt="2026-09-06T11:22:25.687" v="147"/>
          <ac:spMkLst>
            <pc:docMk/>
            <pc:sldMk cId="2353918752" sldId="257"/>
            <ac:spMk id="3" creationId="{3E9E3D36-4C11-880A-C709-5AFDD5608C68}"/>
          </ac:spMkLst>
        </pc:spChg>
        <pc:spChg chg="add del">
          <ac:chgData name="Purushoth R" userId="4a6291266e8e2515" providerId="Windows Live" clId="Web-{211FDE79-CD96-4911-BBD1-A159BBCE74CD}" dt="2026-09-06T11:22:25.671" v="146"/>
          <ac:spMkLst>
            <pc:docMk/>
            <pc:sldMk cId="2353918752" sldId="257"/>
            <ac:spMk id="8" creationId="{2F4AD318-2FB6-4C6E-931E-58E404FA18CD}"/>
          </ac:spMkLst>
        </pc:spChg>
        <pc:spChg chg="add del">
          <ac:chgData name="Purushoth R" userId="4a6291266e8e2515" providerId="Windows Live" clId="Web-{211FDE79-CD96-4911-BBD1-A159BBCE74CD}" dt="2026-09-06T11:22:25.671" v="146"/>
          <ac:spMkLst>
            <pc:docMk/>
            <pc:sldMk cId="2353918752" sldId="257"/>
            <ac:spMk id="10" creationId="{1A118E35-1CBF-4863-8497-F4DF1A166D2D}"/>
          </ac:spMkLst>
        </pc:spChg>
        <pc:spChg chg="add del">
          <ac:chgData name="Purushoth R" userId="4a6291266e8e2515" providerId="Windows Live" clId="Web-{211FDE79-CD96-4911-BBD1-A159BBCE74CD}" dt="2026-09-06T11:22:25.671" v="146"/>
          <ac:spMkLst>
            <pc:docMk/>
            <pc:sldMk cId="2353918752" sldId="257"/>
            <ac:spMk id="12" creationId="{6E187274-5DC2-4BE0-AF99-925D6D973550}"/>
          </ac:spMkLst>
        </pc:spChg>
        <pc:spChg chg="add">
          <ac:chgData name="Purushoth R" userId="4a6291266e8e2515" providerId="Windows Live" clId="Web-{211FDE79-CD96-4911-BBD1-A159BBCE74CD}" dt="2026-09-06T11:22:25.687" v="147"/>
          <ac:spMkLst>
            <pc:docMk/>
            <pc:sldMk cId="2353918752" sldId="257"/>
            <ac:spMk id="14" creationId="{7F1FCE6A-97BC-41EB-809A-50936E0F940B}"/>
          </ac:spMkLst>
        </pc:spChg>
        <pc:spChg chg="add">
          <ac:chgData name="Purushoth R" userId="4a6291266e8e2515" providerId="Windows Live" clId="Web-{211FDE79-CD96-4911-BBD1-A159BBCE74CD}" dt="2026-09-06T11:22:25.687" v="147"/>
          <ac:spMkLst>
            <pc:docMk/>
            <pc:sldMk cId="2353918752" sldId="257"/>
            <ac:spMk id="15" creationId="{90EB472E-7CA6-4C2D-81E9-CD39A44F0B83}"/>
          </ac:spMkLst>
        </pc:spChg>
        <pc:spChg chg="add">
          <ac:chgData name="Purushoth R" userId="4a6291266e8e2515" providerId="Windows Live" clId="Web-{211FDE79-CD96-4911-BBD1-A159BBCE74CD}" dt="2026-09-06T11:22:25.687" v="147"/>
          <ac:spMkLst>
            <pc:docMk/>
            <pc:sldMk cId="2353918752" sldId="257"/>
            <ac:spMk id="16" creationId="{AE0A0486-F672-4FEF-A0A9-E6C3B7E3A545}"/>
          </ac:spMkLst>
        </pc:spChg>
        <pc:spChg chg="add">
          <ac:chgData name="Purushoth R" userId="4a6291266e8e2515" providerId="Windows Live" clId="Web-{211FDE79-CD96-4911-BBD1-A159BBCE74CD}" dt="2026-09-06T11:22:25.687" v="147"/>
          <ac:spMkLst>
            <pc:docMk/>
            <pc:sldMk cId="2353918752" sldId="257"/>
            <ac:spMk id="17" creationId="{4689BC21-5566-4B70-91EA-44B4299CB337}"/>
          </ac:spMkLst>
        </pc:spChg>
      </pc:sldChg>
      <pc:sldChg chg="addSp delSp modSp new mod modClrScheme chgLayout">
        <pc:chgData name="Purushoth R" userId="4a6291266e8e2515" providerId="Windows Live" clId="Web-{211FDE79-CD96-4911-BBD1-A159BBCE74CD}" dt="2026-09-06T11:37:21.126" v="296" actId="14100"/>
        <pc:sldMkLst>
          <pc:docMk/>
          <pc:sldMk cId="1813078910" sldId="258"/>
        </pc:sldMkLst>
        <pc:spChg chg="mod ord">
          <ac:chgData name="Purushoth R" userId="4a6291266e8e2515" providerId="Windows Live" clId="Web-{211FDE79-CD96-4911-BBD1-A159BBCE74CD}" dt="2026-09-06T11:26:34.055" v="168" actId="1076"/>
          <ac:spMkLst>
            <pc:docMk/>
            <pc:sldMk cId="1813078910" sldId="258"/>
            <ac:spMk id="2" creationId="{F2E4B338-F672-6487-28A4-64520A1880C7}"/>
          </ac:spMkLst>
        </pc:spChg>
        <pc:spChg chg="mod ord">
          <ac:chgData name="Purushoth R" userId="4a6291266e8e2515" providerId="Windows Live" clId="Web-{211FDE79-CD96-4911-BBD1-A159BBCE74CD}" dt="2026-09-06T11:29:01.201" v="210" actId="20577"/>
          <ac:spMkLst>
            <pc:docMk/>
            <pc:sldMk cId="1813078910" sldId="258"/>
            <ac:spMk id="3" creationId="{598EB076-CFF0-3CFD-1CE6-CC553E6EA7BB}"/>
          </ac:spMkLst>
        </pc:spChg>
        <pc:spChg chg="add mod">
          <ac:chgData name="Purushoth R" userId="4a6291266e8e2515" providerId="Windows Live" clId="Web-{211FDE79-CD96-4911-BBD1-A159BBCE74CD}" dt="2026-09-06T11:31:31.066" v="222" actId="20577"/>
          <ac:spMkLst>
            <pc:docMk/>
            <pc:sldMk cId="1813078910" sldId="258"/>
            <ac:spMk id="4" creationId="{BD19A9F0-FE9D-105E-CDE9-BD0CAB7E3B3F}"/>
          </ac:spMkLst>
        </pc:spChg>
        <pc:spChg chg="add mod">
          <ac:chgData name="Purushoth R" userId="4a6291266e8e2515" providerId="Windows Live" clId="Web-{211FDE79-CD96-4911-BBD1-A159BBCE74CD}" dt="2026-09-06T11:31:49.786" v="228" actId="20577"/>
          <ac:spMkLst>
            <pc:docMk/>
            <pc:sldMk cId="1813078910" sldId="258"/>
            <ac:spMk id="5" creationId="{939878B2-D11D-A6F6-D39C-F262DAAA289F}"/>
          </ac:spMkLst>
        </pc:spChg>
        <pc:spChg chg="add mod">
          <ac:chgData name="Purushoth R" userId="4a6291266e8e2515" providerId="Windows Live" clId="Web-{211FDE79-CD96-4911-BBD1-A159BBCE74CD}" dt="2026-09-06T11:36:04.545" v="285" actId="1076"/>
          <ac:spMkLst>
            <pc:docMk/>
            <pc:sldMk cId="1813078910" sldId="258"/>
            <ac:spMk id="6" creationId="{CB54E598-F275-10B6-E8AC-84CA1BC6E0F6}"/>
          </ac:spMkLst>
        </pc:spChg>
        <pc:spChg chg="add del mod">
          <ac:chgData name="Purushoth R" userId="4a6291266e8e2515" providerId="Windows Live" clId="Web-{211FDE79-CD96-4911-BBD1-A159BBCE74CD}" dt="2026-09-06T11:33:49.665" v="251"/>
          <ac:spMkLst>
            <pc:docMk/>
            <pc:sldMk cId="1813078910" sldId="258"/>
            <ac:spMk id="7" creationId="{F6D33A65-2C1A-897F-E205-EAAB340EF8C5}"/>
          </ac:spMkLst>
        </pc:spChg>
        <pc:spChg chg="add mod">
          <ac:chgData name="Purushoth R" userId="4a6291266e8e2515" providerId="Windows Live" clId="Web-{211FDE79-CD96-4911-BBD1-A159BBCE74CD}" dt="2026-09-06T11:34:33.838" v="268" actId="1076"/>
          <ac:spMkLst>
            <pc:docMk/>
            <pc:sldMk cId="1813078910" sldId="258"/>
            <ac:spMk id="8" creationId="{5603959E-973B-8380-21D6-6BC84560DACA}"/>
          </ac:spMkLst>
        </pc:spChg>
        <pc:spChg chg="add mod">
          <ac:chgData name="Purushoth R" userId="4a6291266e8e2515" providerId="Windows Live" clId="Web-{211FDE79-CD96-4911-BBD1-A159BBCE74CD}" dt="2026-09-06T11:35:23.278" v="278" actId="1076"/>
          <ac:spMkLst>
            <pc:docMk/>
            <pc:sldMk cId="1813078910" sldId="258"/>
            <ac:spMk id="9" creationId="{8C6F4F68-2C12-65AA-2B5E-E6A63BECD781}"/>
          </ac:spMkLst>
        </pc:spChg>
        <pc:spChg chg="add mod">
          <ac:chgData name="Purushoth R" userId="4a6291266e8e2515" providerId="Windows Live" clId="Web-{211FDE79-CD96-4911-BBD1-A159BBCE74CD}" dt="2026-09-06T11:36:58.953" v="293" actId="1076"/>
          <ac:spMkLst>
            <pc:docMk/>
            <pc:sldMk cId="1813078910" sldId="258"/>
            <ac:spMk id="10" creationId="{FE94F4E0-413E-61AA-9CE1-351753DA9B18}"/>
          </ac:spMkLst>
        </pc:spChg>
        <pc:cxnChg chg="add mod">
          <ac:chgData name="Purushoth R" userId="4a6291266e8e2515" providerId="Windows Live" clId="Web-{211FDE79-CD96-4911-BBD1-A159BBCE74CD}" dt="2026-09-06T11:37:21.126" v="296" actId="14100"/>
          <ac:cxnSpMkLst>
            <pc:docMk/>
            <pc:sldMk cId="1813078910" sldId="258"/>
            <ac:cxnSpMk id="11" creationId="{8824D324-C62F-7D1B-975A-2736BFE4BB9E}"/>
          </ac:cxnSpMkLst>
        </pc:cxnChg>
        <pc:cxnChg chg="add mod">
          <ac:chgData name="Purushoth R" userId="4a6291266e8e2515" providerId="Windows Live" clId="Web-{211FDE79-CD96-4911-BBD1-A159BBCE74CD}" dt="2026-09-06T11:36:42.046" v="290" actId="1076"/>
          <ac:cxnSpMkLst>
            <pc:docMk/>
            <pc:sldMk cId="1813078910" sldId="258"/>
            <ac:cxnSpMk id="12" creationId="{4EBFE150-662E-0EE7-0B96-89BE177419B4}"/>
          </ac:cxnSpMkLst>
        </pc:cxnChg>
        <pc:cxnChg chg="add mod">
          <ac:chgData name="Purushoth R" userId="4a6291266e8e2515" providerId="Windows Live" clId="Web-{211FDE79-CD96-4911-BBD1-A159BBCE74CD}" dt="2026-09-06T11:37:02" v="294" actId="1076"/>
          <ac:cxnSpMkLst>
            <pc:docMk/>
            <pc:sldMk cId="1813078910" sldId="258"/>
            <ac:cxnSpMk id="13" creationId="{C487FFAE-957A-01C1-BB8B-1873BA67751F}"/>
          </ac:cxnSpMkLst>
        </pc:cxnChg>
      </pc:sldChg>
      <pc:sldChg chg="delSp modSp add replId">
        <pc:chgData name="Purushoth R" userId="4a6291266e8e2515" providerId="Windows Live" clId="Web-{211FDE79-CD96-4911-BBD1-A159BBCE74CD}" dt="2026-09-06T12:00:33.817" v="394" actId="20577"/>
        <pc:sldMkLst>
          <pc:docMk/>
          <pc:sldMk cId="2585159630" sldId="259"/>
        </pc:sldMkLst>
        <pc:spChg chg="mod">
          <ac:chgData name="Purushoth R" userId="4a6291266e8e2515" providerId="Windows Live" clId="Web-{211FDE79-CD96-4911-BBD1-A159BBCE74CD}" dt="2026-09-06T11:51:59.017" v="303" actId="20577"/>
          <ac:spMkLst>
            <pc:docMk/>
            <pc:sldMk cId="2585159630" sldId="259"/>
            <ac:spMk id="2" creationId="{5FA28AE7-B4CB-0FB9-95CF-D5691D4D3801}"/>
          </ac:spMkLst>
        </pc:spChg>
        <pc:spChg chg="mod">
          <ac:chgData name="Purushoth R" userId="4a6291266e8e2515" providerId="Windows Live" clId="Web-{211FDE79-CD96-4911-BBD1-A159BBCE74CD}" dt="2026-09-06T11:58:53.470" v="374" actId="20577"/>
          <ac:spMkLst>
            <pc:docMk/>
            <pc:sldMk cId="2585159630" sldId="259"/>
            <ac:spMk id="3" creationId="{FE1C4A2C-12F8-120C-B0CD-12FDAE9C97C1}"/>
          </ac:spMkLst>
        </pc:spChg>
        <pc:spChg chg="mod">
          <ac:chgData name="Purushoth R" userId="4a6291266e8e2515" providerId="Windows Live" clId="Web-{211FDE79-CD96-4911-BBD1-A159BBCE74CD}" dt="2026-09-06T12:00:33.817" v="394" actId="20577"/>
          <ac:spMkLst>
            <pc:docMk/>
            <pc:sldMk cId="2585159630" sldId="259"/>
            <ac:spMk id="4" creationId="{1EF16E52-0806-CBE4-836C-2FD5F8FB7856}"/>
          </ac:spMkLst>
        </pc:spChg>
        <pc:spChg chg="mod">
          <ac:chgData name="Purushoth R" userId="4a6291266e8e2515" providerId="Windows Live" clId="Web-{211FDE79-CD96-4911-BBD1-A159BBCE74CD}" dt="2026-09-06T11:59:46.300" v="385" actId="20577"/>
          <ac:spMkLst>
            <pc:docMk/>
            <pc:sldMk cId="2585159630" sldId="259"/>
            <ac:spMk id="5" creationId="{184C3DFA-1689-F451-C1E6-FFAD75B159CA}"/>
          </ac:spMkLst>
        </pc:spChg>
        <pc:spChg chg="del mod">
          <ac:chgData name="Purushoth R" userId="4a6291266e8e2515" providerId="Windows Live" clId="Web-{211FDE79-CD96-4911-BBD1-A159BBCE74CD}" dt="2026-09-06T11:52:33.034" v="312"/>
          <ac:spMkLst>
            <pc:docMk/>
            <pc:sldMk cId="2585159630" sldId="259"/>
            <ac:spMk id="6" creationId="{FC0EF3B2-F22E-CE3A-E68A-8CAD08279985}"/>
          </ac:spMkLst>
        </pc:spChg>
        <pc:spChg chg="del mod">
          <ac:chgData name="Purushoth R" userId="4a6291266e8e2515" providerId="Windows Live" clId="Web-{211FDE79-CD96-4911-BBD1-A159BBCE74CD}" dt="2026-09-06T11:52:35.659" v="314"/>
          <ac:spMkLst>
            <pc:docMk/>
            <pc:sldMk cId="2585159630" sldId="259"/>
            <ac:spMk id="8" creationId="{FAEB2828-C1B4-4FA1-B0F8-B3B9A9108992}"/>
          </ac:spMkLst>
        </pc:spChg>
        <pc:spChg chg="del mod">
          <ac:chgData name="Purushoth R" userId="4a6291266e8e2515" providerId="Windows Live" clId="Web-{211FDE79-CD96-4911-BBD1-A159BBCE74CD}" dt="2026-09-06T11:52:39.581" v="318"/>
          <ac:spMkLst>
            <pc:docMk/>
            <pc:sldMk cId="2585159630" sldId="259"/>
            <ac:spMk id="9" creationId="{0B2390D0-32AA-55B6-99CE-2BA459352C1A}"/>
          </ac:spMkLst>
        </pc:spChg>
        <pc:spChg chg="mod">
          <ac:chgData name="Purushoth R" userId="4a6291266e8e2515" providerId="Windows Live" clId="Web-{211FDE79-CD96-4911-BBD1-A159BBCE74CD}" dt="2026-09-06T11:59:54.004" v="386" actId="20577"/>
          <ac:spMkLst>
            <pc:docMk/>
            <pc:sldMk cId="2585159630" sldId="259"/>
            <ac:spMk id="10" creationId="{ED8022EB-0F0C-6CA8-ACF2-731A7014A0A9}"/>
          </ac:spMkLst>
        </pc:spChg>
        <pc:cxnChg chg="del">
          <ac:chgData name="Purushoth R" userId="4a6291266e8e2515" providerId="Windows Live" clId="Web-{211FDE79-CD96-4911-BBD1-A159BBCE74CD}" dt="2026-09-06T11:52:36.691" v="315"/>
          <ac:cxnSpMkLst>
            <pc:docMk/>
            <pc:sldMk cId="2585159630" sldId="259"/>
            <ac:cxnSpMk id="11" creationId="{F5A19469-5F0F-9085-213E-D605AA9CB873}"/>
          </ac:cxnSpMkLst>
        </pc:cxnChg>
        <pc:cxnChg chg="del">
          <ac:chgData name="Purushoth R" userId="4a6291266e8e2515" providerId="Windows Live" clId="Web-{211FDE79-CD96-4911-BBD1-A159BBCE74CD}" dt="2026-09-06T11:52:37.503" v="316"/>
          <ac:cxnSpMkLst>
            <pc:docMk/>
            <pc:sldMk cId="2585159630" sldId="259"/>
            <ac:cxnSpMk id="12" creationId="{774E6C5E-0D28-8092-2635-09E4E02F1723}"/>
          </ac:cxnSpMkLst>
        </pc:cxnChg>
        <pc:cxnChg chg="del">
          <ac:chgData name="Purushoth R" userId="4a6291266e8e2515" providerId="Windows Live" clId="Web-{211FDE79-CD96-4911-BBD1-A159BBCE74CD}" dt="2026-09-06T11:57:43.561" v="338"/>
          <ac:cxnSpMkLst>
            <pc:docMk/>
            <pc:sldMk cId="2585159630" sldId="259"/>
            <ac:cxnSpMk id="13" creationId="{D38703C6-67F4-8195-6A6B-2B5F3F36ADB8}"/>
          </ac:cxnSpMkLst>
        </pc:cxnChg>
      </pc:sldChg>
      <pc:sldChg chg="modSp new del mod modClrScheme chgLayout">
        <pc:chgData name="Purushoth R" userId="4a6291266e8e2515" providerId="Windows Live" clId="Web-{211FDE79-CD96-4911-BBD1-A159BBCE74CD}" dt="2026-09-06T11:51:17.063" v="299"/>
        <pc:sldMkLst>
          <pc:docMk/>
          <pc:sldMk cId="3779893061" sldId="259"/>
        </pc:sldMkLst>
        <pc:spChg chg="mod ord">
          <ac:chgData name="Purushoth R" userId="4a6291266e8e2515" providerId="Windows Live" clId="Web-{211FDE79-CD96-4911-BBD1-A159BBCE74CD}" dt="2026-09-06T11:50:55.999" v="298"/>
          <ac:spMkLst>
            <pc:docMk/>
            <pc:sldMk cId="3779893061" sldId="259"/>
            <ac:spMk id="2" creationId="{32D1FF03-B16A-7710-460C-3C9744523FAD}"/>
          </ac:spMkLst>
        </pc:spChg>
        <pc:spChg chg="mod ord">
          <ac:chgData name="Purushoth R" userId="4a6291266e8e2515" providerId="Windows Live" clId="Web-{211FDE79-CD96-4911-BBD1-A159BBCE74CD}" dt="2026-09-06T11:50:55.999" v="298"/>
          <ac:spMkLst>
            <pc:docMk/>
            <pc:sldMk cId="3779893061" sldId="259"/>
            <ac:spMk id="3" creationId="{7C632842-172A-410F-4ADD-574193CA291E}"/>
          </ac:spMkLst>
        </pc:spChg>
      </pc:sldChg>
      <pc:sldChg chg="addSp delSp modSp add replId">
        <pc:chgData name="Purushoth R" userId="4a6291266e8e2515" providerId="Windows Live" clId="Web-{211FDE79-CD96-4911-BBD1-A159BBCE74CD}" dt="2026-09-06T12:16:56.900" v="521" actId="14100"/>
        <pc:sldMkLst>
          <pc:docMk/>
          <pc:sldMk cId="1869659455" sldId="260"/>
        </pc:sldMkLst>
        <pc:spChg chg="mod">
          <ac:chgData name="Purushoth R" userId="4a6291266e8e2515" providerId="Windows Live" clId="Web-{211FDE79-CD96-4911-BBD1-A159BBCE74CD}" dt="2026-09-06T12:08:22.960" v="416" actId="20577"/>
          <ac:spMkLst>
            <pc:docMk/>
            <pc:sldMk cId="1869659455" sldId="260"/>
            <ac:spMk id="2" creationId="{77EA21E6-76F1-8B35-9FEC-F2364B02E1EC}"/>
          </ac:spMkLst>
        </pc:spChg>
        <pc:spChg chg="del mod">
          <ac:chgData name="Purushoth R" userId="4a6291266e8e2515" providerId="Windows Live" clId="Web-{211FDE79-CD96-4911-BBD1-A159BBCE74CD}" dt="2026-09-06T12:08:29.413" v="418"/>
          <ac:spMkLst>
            <pc:docMk/>
            <pc:sldMk cId="1869659455" sldId="260"/>
            <ac:spMk id="3" creationId="{EBD209CD-327D-4DB5-179D-F783AF92FD18}"/>
          </ac:spMkLst>
        </pc:spChg>
        <pc:spChg chg="mod">
          <ac:chgData name="Purushoth R" userId="4a6291266e8e2515" providerId="Windows Live" clId="Web-{211FDE79-CD96-4911-BBD1-A159BBCE74CD}" dt="2026-09-06T12:16:56.900" v="521" actId="14100"/>
          <ac:spMkLst>
            <pc:docMk/>
            <pc:sldMk cId="1869659455" sldId="260"/>
            <ac:spMk id="4" creationId="{445F3939-AA3E-793A-55E8-6400E79C5786}"/>
          </ac:spMkLst>
        </pc:spChg>
        <pc:spChg chg="del">
          <ac:chgData name="Purushoth R" userId="4a6291266e8e2515" providerId="Windows Live" clId="Web-{211FDE79-CD96-4911-BBD1-A159BBCE74CD}" dt="2026-09-06T12:16:10.180" v="511"/>
          <ac:spMkLst>
            <pc:docMk/>
            <pc:sldMk cId="1869659455" sldId="260"/>
            <ac:spMk id="5" creationId="{64A88FA2-302B-6157-C84C-627CBFDDEC3F}"/>
          </ac:spMkLst>
        </pc:spChg>
        <pc:spChg chg="add mod">
          <ac:chgData name="Purushoth R" userId="4a6291266e8e2515" providerId="Windows Live" clId="Web-{211FDE79-CD96-4911-BBD1-A159BBCE74CD}" dt="2026-09-06T12:14:08.769" v="498" actId="20577"/>
          <ac:spMkLst>
            <pc:docMk/>
            <pc:sldMk cId="1869659455" sldId="260"/>
            <ac:spMk id="7" creationId="{86C824C5-EC3A-5A35-FD67-21F81C7688F5}"/>
          </ac:spMkLst>
        </pc:spChg>
        <pc:spChg chg="add del mod">
          <ac:chgData name="Purushoth R" userId="4a6291266e8e2515" providerId="Windows Live" clId="Web-{211FDE79-CD96-4911-BBD1-A159BBCE74CD}" dt="2026-09-06T12:10:05.573" v="439"/>
          <ac:spMkLst>
            <pc:docMk/>
            <pc:sldMk cId="1869659455" sldId="260"/>
            <ac:spMk id="9" creationId="{0E97AC4E-7783-A8E2-1DD4-848A34E92840}"/>
          </ac:spMkLst>
        </pc:spChg>
        <pc:spChg chg="del mod">
          <ac:chgData name="Purushoth R" userId="4a6291266e8e2515" providerId="Windows Live" clId="Web-{211FDE79-CD96-4911-BBD1-A159BBCE74CD}" dt="2026-09-06T12:08:32.007" v="420"/>
          <ac:spMkLst>
            <pc:docMk/>
            <pc:sldMk cId="1869659455" sldId="260"/>
            <ac:spMk id="10" creationId="{E1328836-4097-54B4-0BC2-2164F3E84ECE}"/>
          </ac:spMkLst>
        </pc:spChg>
        <pc:spChg chg="add mod">
          <ac:chgData name="Purushoth R" userId="4a6291266e8e2515" providerId="Windows Live" clId="Web-{211FDE79-CD96-4911-BBD1-A159BBCE74CD}" dt="2026-09-06T12:14:11.894" v="500" actId="20577"/>
          <ac:spMkLst>
            <pc:docMk/>
            <pc:sldMk cId="1869659455" sldId="260"/>
            <ac:spMk id="12" creationId="{903A75BB-C821-2E18-6D1F-B7839DB5AA5E}"/>
          </ac:spMkLst>
        </pc:spChg>
        <pc:spChg chg="add mod">
          <ac:chgData name="Purushoth R" userId="4a6291266e8e2515" providerId="Windows Live" clId="Web-{211FDE79-CD96-4911-BBD1-A159BBCE74CD}" dt="2026-09-06T12:14:26.832" v="503" actId="14100"/>
          <ac:spMkLst>
            <pc:docMk/>
            <pc:sldMk cId="1869659455" sldId="260"/>
            <ac:spMk id="14" creationId="{7B81704A-34DF-DF34-71E3-A5B95D7C428C}"/>
          </ac:spMkLst>
        </pc:spChg>
        <pc:spChg chg="add mod">
          <ac:chgData name="Purushoth R" userId="4a6291266e8e2515" providerId="Windows Live" clId="Web-{211FDE79-CD96-4911-BBD1-A159BBCE74CD}" dt="2026-09-06T12:14:32.270" v="505" actId="14100"/>
          <ac:spMkLst>
            <pc:docMk/>
            <pc:sldMk cId="1869659455" sldId="260"/>
            <ac:spMk id="16" creationId="{3AD1A7EC-FC3D-4AC0-5E2C-EF23CFB2BCBB}"/>
          </ac:spMkLst>
        </pc:spChg>
        <pc:picChg chg="add mod">
          <ac:chgData name="Purushoth R" userId="4a6291266e8e2515" providerId="Windows Live" clId="Web-{211FDE79-CD96-4911-BBD1-A159BBCE74CD}" dt="2026-09-06T12:16:05.680" v="510" actId="1076"/>
          <ac:picMkLst>
            <pc:docMk/>
            <pc:sldMk cId="1869659455" sldId="260"/>
            <ac:picMk id="17" creationId="{7A2E2057-B5DE-CBCC-38F1-E7148B23D125}"/>
          </ac:picMkLst>
        </pc:picChg>
      </pc:sldChg>
      <pc:sldChg chg="addSp delSp modSp add replId">
        <pc:chgData name="Purushoth R" userId="4a6291266e8e2515" providerId="Windows Live" clId="Web-{211FDE79-CD96-4911-BBD1-A159BBCE74CD}" dt="2026-09-06T12:28:18.254" v="653" actId="20577"/>
        <pc:sldMkLst>
          <pc:docMk/>
          <pc:sldMk cId="3093024662" sldId="261"/>
        </pc:sldMkLst>
        <pc:spChg chg="mod">
          <ac:chgData name="Purushoth R" userId="4a6291266e8e2515" providerId="Windows Live" clId="Web-{211FDE79-CD96-4911-BBD1-A159BBCE74CD}" dt="2026-09-06T12:19:56.563" v="526" actId="20577"/>
          <ac:spMkLst>
            <pc:docMk/>
            <pc:sldMk cId="3093024662" sldId="261"/>
            <ac:spMk id="2" creationId="{79653B84-9698-55C4-6D3B-1B3A1D94BD67}"/>
          </ac:spMkLst>
        </pc:spChg>
        <pc:spChg chg="mod">
          <ac:chgData name="Purushoth R" userId="4a6291266e8e2515" providerId="Windows Live" clId="Web-{211FDE79-CD96-4911-BBD1-A159BBCE74CD}" dt="2026-09-06T12:28:18.254" v="653" actId="20577"/>
          <ac:spMkLst>
            <pc:docMk/>
            <pc:sldMk cId="3093024662" sldId="261"/>
            <ac:spMk id="4" creationId="{210A13C3-A86A-6983-2973-9003A0096963}"/>
          </ac:spMkLst>
        </pc:spChg>
        <pc:spChg chg="mod">
          <ac:chgData name="Purushoth R" userId="4a6291266e8e2515" providerId="Windows Live" clId="Web-{211FDE79-CD96-4911-BBD1-A159BBCE74CD}" dt="2026-09-06T12:22:42.726" v="563" actId="14100"/>
          <ac:spMkLst>
            <pc:docMk/>
            <pc:sldMk cId="3093024662" sldId="261"/>
            <ac:spMk id="7" creationId="{218B2F64-8DE7-8D71-29AB-2CBFF42BBEE9}"/>
          </ac:spMkLst>
        </pc:spChg>
        <pc:spChg chg="mod">
          <ac:chgData name="Purushoth R" userId="4a6291266e8e2515" providerId="Windows Live" clId="Web-{211FDE79-CD96-4911-BBD1-A159BBCE74CD}" dt="2026-09-06T12:23:02.648" v="566" actId="20577"/>
          <ac:spMkLst>
            <pc:docMk/>
            <pc:sldMk cId="3093024662" sldId="261"/>
            <ac:spMk id="12" creationId="{4958E185-3876-309F-26A5-E578D6628FBC}"/>
          </ac:spMkLst>
        </pc:spChg>
        <pc:spChg chg="mod">
          <ac:chgData name="Purushoth R" userId="4a6291266e8e2515" providerId="Windows Live" clId="Web-{211FDE79-CD96-4911-BBD1-A159BBCE74CD}" dt="2026-09-06T12:23:19.977" v="570" actId="20577"/>
          <ac:spMkLst>
            <pc:docMk/>
            <pc:sldMk cId="3093024662" sldId="261"/>
            <ac:spMk id="14" creationId="{6289FAFC-9CA9-CC02-B156-9C8E06F57EB0}"/>
          </ac:spMkLst>
        </pc:spChg>
        <pc:spChg chg="mod">
          <ac:chgData name="Purushoth R" userId="4a6291266e8e2515" providerId="Windows Live" clId="Web-{211FDE79-CD96-4911-BBD1-A159BBCE74CD}" dt="2026-09-06T12:26:49.250" v="641" actId="14100"/>
          <ac:spMkLst>
            <pc:docMk/>
            <pc:sldMk cId="3093024662" sldId="261"/>
            <ac:spMk id="16" creationId="{68A48439-233C-6DCC-9D94-D78A1ED25EC1}"/>
          </ac:spMkLst>
        </pc:spChg>
        <pc:picChg chg="add mod">
          <ac:chgData name="Purushoth R" userId="4a6291266e8e2515" providerId="Windows Live" clId="Web-{211FDE79-CD96-4911-BBD1-A159BBCE74CD}" dt="2026-09-06T12:27:34.846" v="645" actId="1076"/>
          <ac:picMkLst>
            <pc:docMk/>
            <pc:sldMk cId="3093024662" sldId="261"/>
            <ac:picMk id="3" creationId="{347C46FE-DFB7-6DA3-027B-C1CFF55649D0}"/>
          </ac:picMkLst>
        </pc:picChg>
        <pc:picChg chg="add mod">
          <ac:chgData name="Purushoth R" userId="4a6291266e8e2515" providerId="Windows Live" clId="Web-{211FDE79-CD96-4911-BBD1-A159BBCE74CD}" dt="2026-09-06T12:28:02.347" v="650" actId="14100"/>
          <ac:picMkLst>
            <pc:docMk/>
            <pc:sldMk cId="3093024662" sldId="261"/>
            <ac:picMk id="5" creationId="{8305FEC3-4FA7-8ECB-3584-7904930D3634}"/>
          </ac:picMkLst>
        </pc:picChg>
        <pc:picChg chg="del">
          <ac:chgData name="Purushoth R" userId="4a6291266e8e2515" providerId="Windows Live" clId="Web-{211FDE79-CD96-4911-BBD1-A159BBCE74CD}" dt="2026-09-06T12:18:55.764" v="523"/>
          <ac:picMkLst>
            <pc:docMk/>
            <pc:sldMk cId="3093024662" sldId="261"/>
            <ac:picMk id="17" creationId="{3411A73A-9160-8227-576D-F6367C00174C}"/>
          </ac:picMkLst>
        </pc:picChg>
      </pc:sldChg>
      <pc:sldChg chg="addSp delSp modSp add replId">
        <pc:chgData name="Purushoth R" userId="4a6291266e8e2515" providerId="Windows Live" clId="Web-{211FDE79-CD96-4911-BBD1-A159BBCE74CD}" dt="2026-09-06T16:33:51.870" v="823" actId="20577"/>
        <pc:sldMkLst>
          <pc:docMk/>
          <pc:sldMk cId="3226175407" sldId="262"/>
        </pc:sldMkLst>
        <pc:spChg chg="mod">
          <ac:chgData name="Purushoth R" userId="4a6291266e8e2515" providerId="Windows Live" clId="Web-{211FDE79-CD96-4911-BBD1-A159BBCE74CD}" dt="2026-09-06T16:31:31.163" v="769" actId="20577"/>
          <ac:spMkLst>
            <pc:docMk/>
            <pc:sldMk cId="3226175407" sldId="262"/>
            <ac:spMk id="2" creationId="{44EEA12D-279C-DFA6-EC65-D64DCA33B653}"/>
          </ac:spMkLst>
        </pc:spChg>
        <pc:spChg chg="mod">
          <ac:chgData name="Purushoth R" userId="4a6291266e8e2515" providerId="Windows Live" clId="Web-{211FDE79-CD96-4911-BBD1-A159BBCE74CD}" dt="2026-09-06T16:33:17.916" v="792" actId="20577"/>
          <ac:spMkLst>
            <pc:docMk/>
            <pc:sldMk cId="3226175407" sldId="262"/>
            <ac:spMk id="4" creationId="{9DB4BB9C-DCC2-AB8F-F857-D9DE821311B0}"/>
          </ac:spMkLst>
        </pc:spChg>
        <pc:spChg chg="mod">
          <ac:chgData name="Purushoth R" userId="4a6291266e8e2515" providerId="Windows Live" clId="Web-{211FDE79-CD96-4911-BBD1-A159BBCE74CD}" dt="2026-09-06T16:33:24.916" v="804" actId="20577"/>
          <ac:spMkLst>
            <pc:docMk/>
            <pc:sldMk cId="3226175407" sldId="262"/>
            <ac:spMk id="7" creationId="{E9C80FC2-CC63-5729-A6E2-0F7595D19830}"/>
          </ac:spMkLst>
        </pc:spChg>
        <pc:spChg chg="mod">
          <ac:chgData name="Purushoth R" userId="4a6291266e8e2515" providerId="Windows Live" clId="Web-{211FDE79-CD96-4911-BBD1-A159BBCE74CD}" dt="2026-09-06T16:33:39.011" v="812" actId="20577"/>
          <ac:spMkLst>
            <pc:docMk/>
            <pc:sldMk cId="3226175407" sldId="262"/>
            <ac:spMk id="12" creationId="{C4EC7928-4E47-6F44-0327-0F61EE2D980C}"/>
          </ac:spMkLst>
        </pc:spChg>
        <pc:spChg chg="mod">
          <ac:chgData name="Purushoth R" userId="4a6291266e8e2515" providerId="Windows Live" clId="Web-{211FDE79-CD96-4911-BBD1-A159BBCE74CD}" dt="2026-09-06T16:33:44.261" v="815" actId="20577"/>
          <ac:spMkLst>
            <pc:docMk/>
            <pc:sldMk cId="3226175407" sldId="262"/>
            <ac:spMk id="14" creationId="{28930D47-7834-C497-9A0E-E861B947146F}"/>
          </ac:spMkLst>
        </pc:spChg>
        <pc:spChg chg="mod">
          <ac:chgData name="Purushoth R" userId="4a6291266e8e2515" providerId="Windows Live" clId="Web-{211FDE79-CD96-4911-BBD1-A159BBCE74CD}" dt="2026-09-06T16:33:51.870" v="823" actId="20577"/>
          <ac:spMkLst>
            <pc:docMk/>
            <pc:sldMk cId="3226175407" sldId="262"/>
            <ac:spMk id="16" creationId="{23865D48-B20E-FAAF-A973-16E326BD9928}"/>
          </ac:spMkLst>
        </pc:spChg>
        <pc:picChg chg="del">
          <ac:chgData name="Purushoth R" userId="4a6291266e8e2515" providerId="Windows Live" clId="Web-{211FDE79-CD96-4911-BBD1-A159BBCE74CD}" dt="2026-09-06T16:30:13.847" v="758"/>
          <ac:picMkLst>
            <pc:docMk/>
            <pc:sldMk cId="3226175407" sldId="262"/>
            <ac:picMk id="3" creationId="{8DB0E968-B55F-BA7C-EC91-CD37681A44D4}"/>
          </ac:picMkLst>
        </pc:picChg>
        <pc:picChg chg="del">
          <ac:chgData name="Purushoth R" userId="4a6291266e8e2515" providerId="Windows Live" clId="Web-{211FDE79-CD96-4911-BBD1-A159BBCE74CD}" dt="2026-09-06T16:30:14.754" v="759"/>
          <ac:picMkLst>
            <pc:docMk/>
            <pc:sldMk cId="3226175407" sldId="262"/>
            <ac:picMk id="5" creationId="{DDCB86D9-F2E4-4D28-7F8C-889BDA817276}"/>
          </ac:picMkLst>
        </pc:picChg>
        <pc:picChg chg="add mod">
          <ac:chgData name="Purushoth R" userId="4a6291266e8e2515" providerId="Windows Live" clId="Web-{211FDE79-CD96-4911-BBD1-A159BBCE74CD}" dt="2026-09-06T16:30:31.692" v="763" actId="1076"/>
          <ac:picMkLst>
            <pc:docMk/>
            <pc:sldMk cId="3226175407" sldId="262"/>
            <ac:picMk id="6" creationId="{94805D63-4D45-8930-DB44-2E7D3FEA2C5B}"/>
          </ac:picMkLst>
        </pc:picChg>
        <pc:picChg chg="add mod">
          <ac:chgData name="Purushoth R" userId="4a6291266e8e2515" providerId="Windows Live" clId="Web-{211FDE79-CD96-4911-BBD1-A159BBCE74CD}" dt="2026-09-06T16:30:41.426" v="766" actId="14100"/>
          <ac:picMkLst>
            <pc:docMk/>
            <pc:sldMk cId="3226175407" sldId="262"/>
            <ac:picMk id="8" creationId="{9C71002B-2082-0EE4-4A45-E88474F4CB6E}"/>
          </ac:picMkLst>
        </pc:picChg>
      </pc:sldChg>
      <pc:sldChg chg="addSp delSp modSp add del replId">
        <pc:chgData name="Purushoth R" userId="4a6291266e8e2515" providerId="Windows Live" clId="Web-{211FDE79-CD96-4911-BBD1-A159BBCE74CD}" dt="2026-09-06T16:29:43.081" v="756"/>
        <pc:sldMkLst>
          <pc:docMk/>
          <pc:sldMk cId="3695040284" sldId="262"/>
        </pc:sldMkLst>
        <pc:spChg chg="mod">
          <ac:chgData name="Purushoth R" userId="4a6291266e8e2515" providerId="Windows Live" clId="Web-{211FDE79-CD96-4911-BBD1-A159BBCE74CD}" dt="2026-09-06T16:00:54.289" v="659" actId="20577"/>
          <ac:spMkLst>
            <pc:docMk/>
            <pc:sldMk cId="3695040284" sldId="262"/>
            <ac:spMk id="2" creationId="{CE0C206A-0A80-B822-39EC-0818A5AC6BF5}"/>
          </ac:spMkLst>
        </pc:spChg>
        <pc:spChg chg="mod">
          <ac:chgData name="Purushoth R" userId="4a6291266e8e2515" providerId="Windows Live" clId="Web-{211FDE79-CD96-4911-BBD1-A159BBCE74CD}" dt="2026-09-06T16:24:25.789" v="726" actId="20577"/>
          <ac:spMkLst>
            <pc:docMk/>
            <pc:sldMk cId="3695040284" sldId="262"/>
            <ac:spMk id="4" creationId="{583747A2-FC7B-7F8D-850D-3F4740EDC617}"/>
          </ac:spMkLst>
        </pc:spChg>
        <pc:spChg chg="mod">
          <ac:chgData name="Purushoth R" userId="4a6291266e8e2515" providerId="Windows Live" clId="Web-{211FDE79-CD96-4911-BBD1-A159BBCE74CD}" dt="2026-09-06T16:24:49.618" v="732" actId="20577"/>
          <ac:spMkLst>
            <pc:docMk/>
            <pc:sldMk cId="3695040284" sldId="262"/>
            <ac:spMk id="7" creationId="{3279EA8F-C537-C5A6-DB37-7147986567CC}"/>
          </ac:spMkLst>
        </pc:spChg>
        <pc:spChg chg="mod">
          <ac:chgData name="Purushoth R" userId="4a6291266e8e2515" providerId="Windows Live" clId="Web-{211FDE79-CD96-4911-BBD1-A159BBCE74CD}" dt="2026-09-06T16:29:23.846" v="755" actId="20577"/>
          <ac:spMkLst>
            <pc:docMk/>
            <pc:sldMk cId="3695040284" sldId="262"/>
            <ac:spMk id="12" creationId="{7646E9BE-C7DB-DB66-A2C1-C28DED27D689}"/>
          </ac:spMkLst>
        </pc:spChg>
        <pc:spChg chg="mod">
          <ac:chgData name="Purushoth R" userId="4a6291266e8e2515" providerId="Windows Live" clId="Web-{211FDE79-CD96-4911-BBD1-A159BBCE74CD}" dt="2026-09-06T16:29:21.189" v="752" actId="20577"/>
          <ac:spMkLst>
            <pc:docMk/>
            <pc:sldMk cId="3695040284" sldId="262"/>
            <ac:spMk id="14" creationId="{A2A9D1FD-236A-7718-689A-CEE52A74C1B4}"/>
          </ac:spMkLst>
        </pc:spChg>
        <pc:spChg chg="mod">
          <ac:chgData name="Purushoth R" userId="4a6291266e8e2515" providerId="Windows Live" clId="Web-{211FDE79-CD96-4911-BBD1-A159BBCE74CD}" dt="2026-09-06T16:29:21.127" v="750" actId="20577"/>
          <ac:spMkLst>
            <pc:docMk/>
            <pc:sldMk cId="3695040284" sldId="262"/>
            <ac:spMk id="16" creationId="{EDC5F411-C94B-40C0-BCDD-1DF22E0FA859}"/>
          </ac:spMkLst>
        </pc:spChg>
        <pc:picChg chg="del">
          <ac:chgData name="Purushoth R" userId="4a6291266e8e2515" providerId="Windows Live" clId="Web-{211FDE79-CD96-4911-BBD1-A159BBCE74CD}" dt="2026-09-06T15:59:27.020" v="655"/>
          <ac:picMkLst>
            <pc:docMk/>
            <pc:sldMk cId="3695040284" sldId="262"/>
            <ac:picMk id="3" creationId="{00193556-80D9-4119-0C67-9192B7A182E6}"/>
          </ac:picMkLst>
        </pc:picChg>
        <pc:picChg chg="del">
          <ac:chgData name="Purushoth R" userId="4a6291266e8e2515" providerId="Windows Live" clId="Web-{211FDE79-CD96-4911-BBD1-A159BBCE74CD}" dt="2026-09-06T15:59:28.614" v="656"/>
          <ac:picMkLst>
            <pc:docMk/>
            <pc:sldMk cId="3695040284" sldId="262"/>
            <ac:picMk id="5" creationId="{4176E2A7-D810-9DE3-8AC5-041C92C1F328}"/>
          </ac:picMkLst>
        </pc:picChg>
        <pc:picChg chg="add mod">
          <ac:chgData name="Purushoth R" userId="4a6291266e8e2515" providerId="Windows Live" clId="Web-{211FDE79-CD96-4911-BBD1-A159BBCE74CD}" dt="2026-09-06T16:13:32.627" v="720" actId="14100"/>
          <ac:picMkLst>
            <pc:docMk/>
            <pc:sldMk cId="3695040284" sldId="262"/>
            <ac:picMk id="6" creationId="{736F5B4D-D552-8468-511C-5ED0A9C109CB}"/>
          </ac:picMkLst>
        </pc:picChg>
        <pc:picChg chg="add mod">
          <ac:chgData name="Purushoth R" userId="4a6291266e8e2515" providerId="Windows Live" clId="Web-{211FDE79-CD96-4911-BBD1-A159BBCE74CD}" dt="2026-09-06T16:13:44.471" v="724" actId="1076"/>
          <ac:picMkLst>
            <pc:docMk/>
            <pc:sldMk cId="3695040284" sldId="262"/>
            <ac:picMk id="8" creationId="{6ED639DA-8A86-678D-8E7C-6394056ED41D}"/>
          </ac:picMkLst>
        </pc:picChg>
      </pc:sldChg>
      <pc:sldChg chg="addSp delSp modSp add replId">
        <pc:chgData name="Purushoth R" userId="4a6291266e8e2515" providerId="Windows Live" clId="Web-{211FDE79-CD96-4911-BBD1-A159BBCE74CD}" dt="2026-09-06T16:40:07.180" v="892" actId="1076"/>
        <pc:sldMkLst>
          <pc:docMk/>
          <pc:sldMk cId="686275876" sldId="263"/>
        </pc:sldMkLst>
        <pc:spChg chg="mod">
          <ac:chgData name="Purushoth R" userId="4a6291266e8e2515" providerId="Windows Live" clId="Web-{211FDE79-CD96-4911-BBD1-A159BBCE74CD}" dt="2026-09-06T16:34:38.684" v="829" actId="20577"/>
          <ac:spMkLst>
            <pc:docMk/>
            <pc:sldMk cId="686275876" sldId="263"/>
            <ac:spMk id="2" creationId="{385EFFFF-FA84-4C7B-2CA7-C5FFD7C6F4E1}"/>
          </ac:spMkLst>
        </pc:spChg>
        <pc:spChg chg="mod">
          <ac:chgData name="Purushoth R" userId="4a6291266e8e2515" providerId="Windows Live" clId="Web-{211FDE79-CD96-4911-BBD1-A159BBCE74CD}" dt="2026-09-06T16:39:16.725" v="877" actId="20577"/>
          <ac:spMkLst>
            <pc:docMk/>
            <pc:sldMk cId="686275876" sldId="263"/>
            <ac:spMk id="4" creationId="{FDD9DEBC-1638-0811-0F0C-E86C81C5E5BB}"/>
          </ac:spMkLst>
        </pc:spChg>
        <pc:spChg chg="mod">
          <ac:chgData name="Purushoth R" userId="4a6291266e8e2515" providerId="Windows Live" clId="Web-{211FDE79-CD96-4911-BBD1-A159BBCE74CD}" dt="2026-09-06T16:36:05.625" v="853" actId="20577"/>
          <ac:spMkLst>
            <pc:docMk/>
            <pc:sldMk cId="686275876" sldId="263"/>
            <ac:spMk id="7" creationId="{8C1F6892-FE76-3CFD-67DF-6FA2701571EA}"/>
          </ac:spMkLst>
        </pc:spChg>
        <pc:spChg chg="mod">
          <ac:chgData name="Purushoth R" userId="4a6291266e8e2515" providerId="Windows Live" clId="Web-{211FDE79-CD96-4911-BBD1-A159BBCE74CD}" dt="2026-09-06T16:36:17.625" v="858" actId="20577"/>
          <ac:spMkLst>
            <pc:docMk/>
            <pc:sldMk cId="686275876" sldId="263"/>
            <ac:spMk id="12" creationId="{F7ABDFC8-15A9-DDE1-8B88-EF0B22F406BB}"/>
          </ac:spMkLst>
        </pc:spChg>
        <pc:spChg chg="mod">
          <ac:chgData name="Purushoth R" userId="4a6291266e8e2515" providerId="Windows Live" clId="Web-{211FDE79-CD96-4911-BBD1-A159BBCE74CD}" dt="2026-09-06T16:36:19.922" v="859" actId="20577"/>
          <ac:spMkLst>
            <pc:docMk/>
            <pc:sldMk cId="686275876" sldId="263"/>
            <ac:spMk id="14" creationId="{9DC1CBC4-BA0B-B9CD-A065-D884703884A1}"/>
          </ac:spMkLst>
        </pc:spChg>
        <pc:spChg chg="mod">
          <ac:chgData name="Purushoth R" userId="4a6291266e8e2515" providerId="Windows Live" clId="Web-{211FDE79-CD96-4911-BBD1-A159BBCE74CD}" dt="2026-09-06T16:37:08.049" v="867" actId="20577"/>
          <ac:spMkLst>
            <pc:docMk/>
            <pc:sldMk cId="686275876" sldId="263"/>
            <ac:spMk id="16" creationId="{9FAAFB5E-3503-1CF9-A884-759554814492}"/>
          </ac:spMkLst>
        </pc:spChg>
        <pc:picChg chg="add del mod">
          <ac:chgData name="Purushoth R" userId="4a6291266e8e2515" providerId="Windows Live" clId="Web-{211FDE79-CD96-4911-BBD1-A159BBCE74CD}" dt="2026-09-06T16:37:58.316" v="871"/>
          <ac:picMkLst>
            <pc:docMk/>
            <pc:sldMk cId="686275876" sldId="263"/>
            <ac:picMk id="3" creationId="{DD716FF8-0DFE-C668-07A7-2416E52CF3C9}"/>
          </ac:picMkLst>
        </pc:picChg>
        <pc:picChg chg="add mod">
          <ac:chgData name="Purushoth R" userId="4a6291266e8e2515" providerId="Windows Live" clId="Web-{211FDE79-CD96-4911-BBD1-A159BBCE74CD}" dt="2026-09-06T16:40:02.492" v="891" actId="14100"/>
          <ac:picMkLst>
            <pc:docMk/>
            <pc:sldMk cId="686275876" sldId="263"/>
            <ac:picMk id="5" creationId="{6C51D284-E45B-BD47-0982-04A4B634BA09}"/>
          </ac:picMkLst>
        </pc:picChg>
        <pc:picChg chg="del">
          <ac:chgData name="Purushoth R" userId="4a6291266e8e2515" providerId="Windows Live" clId="Web-{211FDE79-CD96-4911-BBD1-A159BBCE74CD}" dt="2026-09-06T16:34:24.700" v="825"/>
          <ac:picMkLst>
            <pc:docMk/>
            <pc:sldMk cId="686275876" sldId="263"/>
            <ac:picMk id="6" creationId="{79682D98-719A-03D9-52BE-7975E7FDA149}"/>
          </ac:picMkLst>
        </pc:picChg>
        <pc:picChg chg="del">
          <ac:chgData name="Purushoth R" userId="4a6291266e8e2515" providerId="Windows Live" clId="Web-{211FDE79-CD96-4911-BBD1-A159BBCE74CD}" dt="2026-09-06T16:34:26.481" v="826"/>
          <ac:picMkLst>
            <pc:docMk/>
            <pc:sldMk cId="686275876" sldId="263"/>
            <ac:picMk id="8" creationId="{C8540383-9CB4-5990-4E68-07E76675900C}"/>
          </ac:picMkLst>
        </pc:picChg>
        <pc:picChg chg="add del mod">
          <ac:chgData name="Purushoth R" userId="4a6291266e8e2515" providerId="Windows Live" clId="Web-{211FDE79-CD96-4911-BBD1-A159BBCE74CD}" dt="2026-09-06T16:38:24.286" v="873"/>
          <ac:picMkLst>
            <pc:docMk/>
            <pc:sldMk cId="686275876" sldId="263"/>
            <ac:picMk id="9" creationId="{9C09975B-963E-F83C-67E7-033329E57DAC}"/>
          </ac:picMkLst>
        </pc:picChg>
        <pc:picChg chg="add mod">
          <ac:chgData name="Purushoth R" userId="4a6291266e8e2515" providerId="Windows Live" clId="Web-{211FDE79-CD96-4911-BBD1-A159BBCE74CD}" dt="2026-09-06T16:40:07.180" v="892" actId="1076"/>
          <ac:picMkLst>
            <pc:docMk/>
            <pc:sldMk cId="686275876" sldId="263"/>
            <ac:picMk id="10" creationId="{B07F0E17-110C-9602-7DEB-7C8A1729274B}"/>
          </ac:picMkLst>
        </pc:picChg>
      </pc:sldChg>
      <pc:sldChg chg="addSp delSp modSp add replId">
        <pc:chgData name="Purushoth R" userId="4a6291266e8e2515" providerId="Windows Live" clId="Web-{211FDE79-CD96-4911-BBD1-A159BBCE74CD}" dt="2026-09-06T16:53:44.379" v="1069" actId="1076"/>
        <pc:sldMkLst>
          <pc:docMk/>
          <pc:sldMk cId="1237902223" sldId="264"/>
        </pc:sldMkLst>
        <pc:spChg chg="mod">
          <ac:chgData name="Purushoth R" userId="4a6291266e8e2515" providerId="Windows Live" clId="Web-{211FDE79-CD96-4911-BBD1-A159BBCE74CD}" dt="2026-09-06T16:43:10.608" v="898" actId="20577"/>
          <ac:spMkLst>
            <pc:docMk/>
            <pc:sldMk cId="1237902223" sldId="264"/>
            <ac:spMk id="2" creationId="{EE81FBA2-2A61-4EA7-062F-E8A7E88F6DC0}"/>
          </ac:spMkLst>
        </pc:spChg>
        <pc:spChg chg="mod">
          <ac:chgData name="Purushoth R" userId="4a6291266e8e2515" providerId="Windows Live" clId="Web-{211FDE79-CD96-4911-BBD1-A159BBCE74CD}" dt="2026-09-06T16:46:13.661" v="968" actId="20577"/>
          <ac:spMkLst>
            <pc:docMk/>
            <pc:sldMk cId="1237902223" sldId="264"/>
            <ac:spMk id="4" creationId="{30717338-9DD9-9EEA-3E30-AA8F49C7A9C3}"/>
          </ac:spMkLst>
        </pc:spChg>
        <pc:spChg chg="mod">
          <ac:chgData name="Purushoth R" userId="4a6291266e8e2515" providerId="Windows Live" clId="Web-{211FDE79-CD96-4911-BBD1-A159BBCE74CD}" dt="2026-09-06T16:51:45.125" v="1045" actId="14100"/>
          <ac:spMkLst>
            <pc:docMk/>
            <pc:sldMk cId="1237902223" sldId="264"/>
            <ac:spMk id="7" creationId="{012D04B6-334D-F6CF-BB52-C9508F1DB7F4}"/>
          </ac:spMkLst>
        </pc:spChg>
        <pc:spChg chg="add del mod">
          <ac:chgData name="Purushoth R" userId="4a6291266e8e2515" providerId="Windows Live" clId="Web-{211FDE79-CD96-4911-BBD1-A159BBCE74CD}" dt="2026-09-06T16:52:31.517" v="1059" actId="1076"/>
          <ac:spMkLst>
            <pc:docMk/>
            <pc:sldMk cId="1237902223" sldId="264"/>
            <ac:spMk id="12" creationId="{85838A65-F46A-2330-778F-CBE3BA6F2C23}"/>
          </ac:spMkLst>
        </pc:spChg>
        <pc:spChg chg="mod">
          <ac:chgData name="Purushoth R" userId="4a6291266e8e2515" providerId="Windows Live" clId="Web-{211FDE79-CD96-4911-BBD1-A159BBCE74CD}" dt="2026-09-06T16:52:15.266" v="1054" actId="1076"/>
          <ac:spMkLst>
            <pc:docMk/>
            <pc:sldMk cId="1237902223" sldId="264"/>
            <ac:spMk id="14" creationId="{1DB65AC1-0926-67AA-10A8-BBD0619FBD6D}"/>
          </ac:spMkLst>
        </pc:spChg>
        <pc:spChg chg="mod">
          <ac:chgData name="Purushoth R" userId="4a6291266e8e2515" providerId="Windows Live" clId="Web-{211FDE79-CD96-4911-BBD1-A159BBCE74CD}" dt="2026-09-06T16:52:26.220" v="1058" actId="20577"/>
          <ac:spMkLst>
            <pc:docMk/>
            <pc:sldMk cId="1237902223" sldId="264"/>
            <ac:spMk id="16" creationId="{319A77B5-3EB3-79FA-4373-A406A183263C}"/>
          </ac:spMkLst>
        </pc:spChg>
        <pc:picChg chg="add mod">
          <ac:chgData name="Purushoth R" userId="4a6291266e8e2515" providerId="Windows Live" clId="Web-{211FDE79-CD96-4911-BBD1-A159BBCE74CD}" dt="2026-09-06T16:53:44.379" v="1069" actId="1076"/>
          <ac:picMkLst>
            <pc:docMk/>
            <pc:sldMk cId="1237902223" sldId="264"/>
            <ac:picMk id="3" creationId="{40D6A154-6AB9-D5B2-55F1-60A55B3F723F}"/>
          </ac:picMkLst>
        </pc:picChg>
        <pc:picChg chg="del">
          <ac:chgData name="Purushoth R" userId="4a6291266e8e2515" providerId="Windows Live" clId="Web-{211FDE79-CD96-4911-BBD1-A159BBCE74CD}" dt="2026-09-06T16:40:20.711" v="895"/>
          <ac:picMkLst>
            <pc:docMk/>
            <pc:sldMk cId="1237902223" sldId="264"/>
            <ac:picMk id="5" creationId="{09562195-D1FB-077D-3F0C-A3C722FE79CC}"/>
          </ac:picMkLst>
        </pc:picChg>
        <pc:picChg chg="add mod">
          <ac:chgData name="Purushoth R" userId="4a6291266e8e2515" providerId="Windows Live" clId="Web-{211FDE79-CD96-4911-BBD1-A159BBCE74CD}" dt="2026-09-06T16:53:42.472" v="1068" actId="1076"/>
          <ac:picMkLst>
            <pc:docMk/>
            <pc:sldMk cId="1237902223" sldId="264"/>
            <ac:picMk id="6" creationId="{C7CDD548-B7EF-7A2D-B09E-F0FC87ADC889}"/>
          </ac:picMkLst>
        </pc:picChg>
        <pc:picChg chg="del">
          <ac:chgData name="Purushoth R" userId="4a6291266e8e2515" providerId="Windows Live" clId="Web-{211FDE79-CD96-4911-BBD1-A159BBCE74CD}" dt="2026-09-06T16:40:19.774" v="894"/>
          <ac:picMkLst>
            <pc:docMk/>
            <pc:sldMk cId="1237902223" sldId="264"/>
            <ac:picMk id="10" creationId="{22B0EAF2-2AA0-1E6D-0EE0-604580860CED}"/>
          </ac:picMkLst>
        </pc:picChg>
      </pc:sldChg>
      <pc:sldMasterChg chg="del delSldLayout">
        <pc:chgData name="Purushoth R" userId="4a6291266e8e2515" providerId="Windows Live" clId="Web-{211FDE79-CD96-4911-BBD1-A159BBCE74CD}" dt="2026-09-06T11:08:59.126" v="23"/>
        <pc:sldMasterMkLst>
          <pc:docMk/>
          <pc:sldMasterMk cId="2460954070" sldId="2147483660"/>
        </pc:sldMasterMkLst>
        <pc:sldLayoutChg chg="del">
          <pc:chgData name="Purushoth R" userId="4a6291266e8e2515" providerId="Windows Live" clId="Web-{211FDE79-CD96-4911-BBD1-A159BBCE74CD}" dt="2026-09-06T11:08:59.126" v="23"/>
          <pc:sldLayoutMkLst>
            <pc:docMk/>
            <pc:sldMasterMk cId="2460954070" sldId="2147483660"/>
            <pc:sldLayoutMk cId="2385387890" sldId="2147483661"/>
          </pc:sldLayoutMkLst>
        </pc:sldLayoutChg>
        <pc:sldLayoutChg chg="del">
          <pc:chgData name="Purushoth R" userId="4a6291266e8e2515" providerId="Windows Live" clId="Web-{211FDE79-CD96-4911-BBD1-A159BBCE74CD}" dt="2026-09-06T11:08:59.126" v="23"/>
          <pc:sldLayoutMkLst>
            <pc:docMk/>
            <pc:sldMasterMk cId="2460954070" sldId="2147483660"/>
            <pc:sldLayoutMk cId="949138452" sldId="2147483662"/>
          </pc:sldLayoutMkLst>
        </pc:sldLayoutChg>
        <pc:sldLayoutChg chg="del">
          <pc:chgData name="Purushoth R" userId="4a6291266e8e2515" providerId="Windows Live" clId="Web-{211FDE79-CD96-4911-BBD1-A159BBCE74CD}" dt="2026-09-06T11:08:59.126" v="23"/>
          <pc:sldLayoutMkLst>
            <pc:docMk/>
            <pc:sldMasterMk cId="2460954070" sldId="2147483660"/>
            <pc:sldLayoutMk cId="2591524520" sldId="2147483663"/>
          </pc:sldLayoutMkLst>
        </pc:sldLayoutChg>
        <pc:sldLayoutChg chg="del">
          <pc:chgData name="Purushoth R" userId="4a6291266e8e2515" providerId="Windows Live" clId="Web-{211FDE79-CD96-4911-BBD1-A159BBCE74CD}" dt="2026-09-06T11:08:59.126" v="23"/>
          <pc:sldLayoutMkLst>
            <pc:docMk/>
            <pc:sldMasterMk cId="2460954070" sldId="2147483660"/>
            <pc:sldLayoutMk cId="1203092039" sldId="2147483664"/>
          </pc:sldLayoutMkLst>
        </pc:sldLayoutChg>
        <pc:sldLayoutChg chg="del">
          <pc:chgData name="Purushoth R" userId="4a6291266e8e2515" providerId="Windows Live" clId="Web-{211FDE79-CD96-4911-BBD1-A159BBCE74CD}" dt="2026-09-06T11:08:59.126" v="23"/>
          <pc:sldLayoutMkLst>
            <pc:docMk/>
            <pc:sldMasterMk cId="2460954070" sldId="2147483660"/>
            <pc:sldLayoutMk cId="3733172339" sldId="2147483665"/>
          </pc:sldLayoutMkLst>
        </pc:sldLayoutChg>
        <pc:sldLayoutChg chg="del">
          <pc:chgData name="Purushoth R" userId="4a6291266e8e2515" providerId="Windows Live" clId="Web-{211FDE79-CD96-4911-BBD1-A159BBCE74CD}" dt="2026-09-06T11:08:59.126" v="23"/>
          <pc:sldLayoutMkLst>
            <pc:docMk/>
            <pc:sldMasterMk cId="2460954070" sldId="2147483660"/>
            <pc:sldLayoutMk cId="3210312558" sldId="2147483666"/>
          </pc:sldLayoutMkLst>
        </pc:sldLayoutChg>
        <pc:sldLayoutChg chg="del">
          <pc:chgData name="Purushoth R" userId="4a6291266e8e2515" providerId="Windows Live" clId="Web-{211FDE79-CD96-4911-BBD1-A159BBCE74CD}" dt="2026-09-06T11:08:59.126" v="23"/>
          <pc:sldLayoutMkLst>
            <pc:docMk/>
            <pc:sldMasterMk cId="2460954070" sldId="2147483660"/>
            <pc:sldLayoutMk cId="3146388984" sldId="2147483667"/>
          </pc:sldLayoutMkLst>
        </pc:sldLayoutChg>
        <pc:sldLayoutChg chg="del">
          <pc:chgData name="Purushoth R" userId="4a6291266e8e2515" providerId="Windows Live" clId="Web-{211FDE79-CD96-4911-BBD1-A159BBCE74CD}" dt="2026-09-06T11:08:59.126" v="23"/>
          <pc:sldLayoutMkLst>
            <pc:docMk/>
            <pc:sldMasterMk cId="2460954070" sldId="2147483660"/>
            <pc:sldLayoutMk cId="3171841454" sldId="2147483668"/>
          </pc:sldLayoutMkLst>
        </pc:sldLayoutChg>
        <pc:sldLayoutChg chg="del">
          <pc:chgData name="Purushoth R" userId="4a6291266e8e2515" providerId="Windows Live" clId="Web-{211FDE79-CD96-4911-BBD1-A159BBCE74CD}" dt="2026-09-06T11:08:59.126" v="23"/>
          <pc:sldLayoutMkLst>
            <pc:docMk/>
            <pc:sldMasterMk cId="2460954070" sldId="2147483660"/>
            <pc:sldLayoutMk cId="1718958274" sldId="2147483669"/>
          </pc:sldLayoutMkLst>
        </pc:sldLayoutChg>
        <pc:sldLayoutChg chg="del">
          <pc:chgData name="Purushoth R" userId="4a6291266e8e2515" providerId="Windows Live" clId="Web-{211FDE79-CD96-4911-BBD1-A159BBCE74CD}" dt="2026-09-06T11:08:59.126" v="23"/>
          <pc:sldLayoutMkLst>
            <pc:docMk/>
            <pc:sldMasterMk cId="2460954070" sldId="2147483660"/>
            <pc:sldLayoutMk cId="2202905451" sldId="2147483670"/>
          </pc:sldLayoutMkLst>
        </pc:sldLayoutChg>
        <pc:sldLayoutChg chg="del">
          <pc:chgData name="Purushoth R" userId="4a6291266e8e2515" providerId="Windows Live" clId="Web-{211FDE79-CD96-4911-BBD1-A159BBCE74CD}" dt="2026-09-06T11:08:59.126" v="23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del addSldLayout delSldLayout modSldLayout">
        <pc:chgData name="Purushoth R" userId="4a6291266e8e2515" providerId="Windows Live" clId="Web-{211FDE79-CD96-4911-BBD1-A159BBCE74CD}" dt="2026-09-06T11:09:05.064" v="24"/>
        <pc:sldMasterMkLst>
          <pc:docMk/>
          <pc:sldMasterMk cId="2828733405" sldId="2147483672"/>
        </pc:sldMasterMkLst>
        <pc:sldLayoutChg chg="add del mod replId">
          <pc:chgData name="Purushoth R" userId="4a6291266e8e2515" providerId="Windows Live" clId="Web-{211FDE79-CD96-4911-BBD1-A159BBCE74CD}" dt="2026-09-06T11:09:05.064" v="24"/>
          <pc:sldLayoutMkLst>
            <pc:docMk/>
            <pc:sldMasterMk cId="2828733405" sldId="2147483672"/>
            <pc:sldLayoutMk cId="1816085115" sldId="2147483673"/>
          </pc:sldLayoutMkLst>
        </pc:sldLayoutChg>
        <pc:sldLayoutChg chg="add del mod replId">
          <pc:chgData name="Purushoth R" userId="4a6291266e8e2515" providerId="Windows Live" clId="Web-{211FDE79-CD96-4911-BBD1-A159BBCE74CD}" dt="2026-09-06T11:09:05.064" v="24"/>
          <pc:sldLayoutMkLst>
            <pc:docMk/>
            <pc:sldMasterMk cId="2828733405" sldId="2147483672"/>
            <pc:sldLayoutMk cId="1833510109" sldId="2147483674"/>
          </pc:sldLayoutMkLst>
        </pc:sldLayoutChg>
        <pc:sldLayoutChg chg="add del mod replId">
          <pc:chgData name="Purushoth R" userId="4a6291266e8e2515" providerId="Windows Live" clId="Web-{211FDE79-CD96-4911-BBD1-A159BBCE74CD}" dt="2026-09-06T11:09:05.064" v="24"/>
          <pc:sldLayoutMkLst>
            <pc:docMk/>
            <pc:sldMasterMk cId="2828733405" sldId="2147483672"/>
            <pc:sldLayoutMk cId="1437592403" sldId="2147483675"/>
          </pc:sldLayoutMkLst>
        </pc:sldLayoutChg>
        <pc:sldLayoutChg chg="add del mod replId">
          <pc:chgData name="Purushoth R" userId="4a6291266e8e2515" providerId="Windows Live" clId="Web-{211FDE79-CD96-4911-BBD1-A159BBCE74CD}" dt="2026-09-06T11:09:05.064" v="24"/>
          <pc:sldLayoutMkLst>
            <pc:docMk/>
            <pc:sldMasterMk cId="2828733405" sldId="2147483672"/>
            <pc:sldLayoutMk cId="930732154" sldId="2147483676"/>
          </pc:sldLayoutMkLst>
        </pc:sldLayoutChg>
        <pc:sldLayoutChg chg="add del mod replId">
          <pc:chgData name="Purushoth R" userId="4a6291266e8e2515" providerId="Windows Live" clId="Web-{211FDE79-CD96-4911-BBD1-A159BBCE74CD}" dt="2026-09-06T11:09:05.064" v="24"/>
          <pc:sldLayoutMkLst>
            <pc:docMk/>
            <pc:sldMasterMk cId="2828733405" sldId="2147483672"/>
            <pc:sldLayoutMk cId="2300068466" sldId="2147483677"/>
          </pc:sldLayoutMkLst>
        </pc:sldLayoutChg>
        <pc:sldLayoutChg chg="add del mod replId">
          <pc:chgData name="Purushoth R" userId="4a6291266e8e2515" providerId="Windows Live" clId="Web-{211FDE79-CD96-4911-BBD1-A159BBCE74CD}" dt="2026-09-06T11:09:05.064" v="24"/>
          <pc:sldLayoutMkLst>
            <pc:docMk/>
            <pc:sldMasterMk cId="2828733405" sldId="2147483672"/>
            <pc:sldLayoutMk cId="2108945895" sldId="2147483678"/>
          </pc:sldLayoutMkLst>
        </pc:sldLayoutChg>
        <pc:sldLayoutChg chg="add del mod replId">
          <pc:chgData name="Purushoth R" userId="4a6291266e8e2515" providerId="Windows Live" clId="Web-{211FDE79-CD96-4911-BBD1-A159BBCE74CD}" dt="2026-09-06T11:09:05.064" v="24"/>
          <pc:sldLayoutMkLst>
            <pc:docMk/>
            <pc:sldMasterMk cId="2828733405" sldId="2147483672"/>
            <pc:sldLayoutMk cId="392610910" sldId="2147483679"/>
          </pc:sldLayoutMkLst>
        </pc:sldLayoutChg>
        <pc:sldLayoutChg chg="add del mod replId">
          <pc:chgData name="Purushoth R" userId="4a6291266e8e2515" providerId="Windows Live" clId="Web-{211FDE79-CD96-4911-BBD1-A159BBCE74CD}" dt="2026-09-06T11:09:05.064" v="24"/>
          <pc:sldLayoutMkLst>
            <pc:docMk/>
            <pc:sldMasterMk cId="2828733405" sldId="2147483672"/>
            <pc:sldLayoutMk cId="1439896595" sldId="2147483680"/>
          </pc:sldLayoutMkLst>
        </pc:sldLayoutChg>
        <pc:sldLayoutChg chg="add del mod replId">
          <pc:chgData name="Purushoth R" userId="4a6291266e8e2515" providerId="Windows Live" clId="Web-{211FDE79-CD96-4911-BBD1-A159BBCE74CD}" dt="2026-09-06T11:09:05.064" v="24"/>
          <pc:sldLayoutMkLst>
            <pc:docMk/>
            <pc:sldMasterMk cId="2828733405" sldId="2147483672"/>
            <pc:sldLayoutMk cId="3325169400" sldId="2147483681"/>
          </pc:sldLayoutMkLst>
        </pc:sldLayoutChg>
        <pc:sldLayoutChg chg="add del mod replId">
          <pc:chgData name="Purushoth R" userId="4a6291266e8e2515" providerId="Windows Live" clId="Web-{211FDE79-CD96-4911-BBD1-A159BBCE74CD}" dt="2026-09-06T11:09:05.064" v="24"/>
          <pc:sldLayoutMkLst>
            <pc:docMk/>
            <pc:sldMasterMk cId="2828733405" sldId="2147483672"/>
            <pc:sldLayoutMk cId="2861187069" sldId="2147483682"/>
          </pc:sldLayoutMkLst>
        </pc:sldLayoutChg>
        <pc:sldLayoutChg chg="add del mod replId">
          <pc:chgData name="Purushoth R" userId="4a6291266e8e2515" providerId="Windows Live" clId="Web-{211FDE79-CD96-4911-BBD1-A159BBCE74CD}" dt="2026-09-06T11:09:05.064" v="24"/>
          <pc:sldLayoutMkLst>
            <pc:docMk/>
            <pc:sldMasterMk cId="2828733405" sldId="2147483672"/>
            <pc:sldLayoutMk cId="278141524" sldId="2147483683"/>
          </pc:sldLayoutMkLst>
        </pc:sldLayoutChg>
        <pc:sldLayoutChg chg="add del mod replId">
          <pc:chgData name="Purushoth R" userId="4a6291266e8e2515" providerId="Windows Live" clId="Web-{211FDE79-CD96-4911-BBD1-A159BBCE74CD}" dt="2026-09-06T11:09:05.064" v="24"/>
          <pc:sldLayoutMkLst>
            <pc:docMk/>
            <pc:sldMasterMk cId="2828733405" sldId="2147483672"/>
            <pc:sldLayoutMk cId="4286479272" sldId="2147483684"/>
          </pc:sldLayoutMkLst>
        </pc:sldLayoutChg>
        <pc:sldLayoutChg chg="add del mod replId">
          <pc:chgData name="Purushoth R" userId="4a6291266e8e2515" providerId="Windows Live" clId="Web-{211FDE79-CD96-4911-BBD1-A159BBCE74CD}" dt="2026-09-06T11:09:05.064" v="24"/>
          <pc:sldLayoutMkLst>
            <pc:docMk/>
            <pc:sldMasterMk cId="2828733405" sldId="2147483672"/>
            <pc:sldLayoutMk cId="1472409998" sldId="2147483685"/>
          </pc:sldLayoutMkLst>
        </pc:sldLayoutChg>
        <pc:sldLayoutChg chg="add del mod replId">
          <pc:chgData name="Purushoth R" userId="4a6291266e8e2515" providerId="Windows Live" clId="Web-{211FDE79-CD96-4911-BBD1-A159BBCE74CD}" dt="2026-09-06T11:09:05.064" v="24"/>
          <pc:sldLayoutMkLst>
            <pc:docMk/>
            <pc:sldMasterMk cId="2828733405" sldId="2147483672"/>
            <pc:sldLayoutMk cId="349649490" sldId="2147483686"/>
          </pc:sldLayoutMkLst>
        </pc:sldLayoutChg>
        <pc:sldLayoutChg chg="add del mod replId">
          <pc:chgData name="Purushoth R" userId="4a6291266e8e2515" providerId="Windows Live" clId="Web-{211FDE79-CD96-4911-BBD1-A159BBCE74CD}" dt="2026-09-06T11:09:05.064" v="24"/>
          <pc:sldLayoutMkLst>
            <pc:docMk/>
            <pc:sldMasterMk cId="2828733405" sldId="2147483672"/>
            <pc:sldLayoutMk cId="2648339525" sldId="2147483687"/>
          </pc:sldLayoutMkLst>
        </pc:sldLayoutChg>
        <pc:sldLayoutChg chg="add del mod replId">
          <pc:chgData name="Purushoth R" userId="4a6291266e8e2515" providerId="Windows Live" clId="Web-{211FDE79-CD96-4911-BBD1-A159BBCE74CD}" dt="2026-09-06T11:09:05.064" v="24"/>
          <pc:sldLayoutMkLst>
            <pc:docMk/>
            <pc:sldMasterMk cId="2828733405" sldId="2147483672"/>
            <pc:sldLayoutMk cId="3852562102" sldId="2147483688"/>
          </pc:sldLayoutMkLst>
        </pc:sldLayoutChg>
        <pc:sldLayoutChg chg="add del mod replId">
          <pc:chgData name="Purushoth R" userId="4a6291266e8e2515" providerId="Windows Live" clId="Web-{211FDE79-CD96-4911-BBD1-A159BBCE74CD}" dt="2026-09-06T11:09:05.064" v="24"/>
          <pc:sldLayoutMkLst>
            <pc:docMk/>
            <pc:sldMasterMk cId="2828733405" sldId="2147483672"/>
            <pc:sldLayoutMk cId="3278001307" sldId="2147483689"/>
          </pc:sldLayoutMkLst>
        </pc:sldLayoutChg>
        <pc:sldLayoutChg chg="add del mod replId">
          <pc:chgData name="Purushoth R" userId="4a6291266e8e2515" providerId="Windows Live" clId="Web-{211FDE79-CD96-4911-BBD1-A159BBCE74CD}" dt="2026-09-06T11:09:05.064" v="24"/>
          <pc:sldLayoutMkLst>
            <pc:docMk/>
            <pc:sldMasterMk cId="2828733405" sldId="2147483672"/>
            <pc:sldLayoutMk cId="236890746" sldId="2147483690"/>
          </pc:sldLayoutMkLst>
        </pc:sldLayoutChg>
        <pc:sldLayoutChg chg="add del mod replId">
          <pc:chgData name="Purushoth R" userId="4a6291266e8e2515" providerId="Windows Live" clId="Web-{211FDE79-CD96-4911-BBD1-A159BBCE74CD}" dt="2026-09-06T11:09:05.064" v="24"/>
          <pc:sldLayoutMkLst>
            <pc:docMk/>
            <pc:sldMasterMk cId="2828733405" sldId="2147483672"/>
            <pc:sldLayoutMk cId="183051249" sldId="2147483691"/>
          </pc:sldLayoutMkLst>
        </pc:sldLayoutChg>
        <pc:sldLayoutChg chg="add del mod replId">
          <pc:chgData name="Purushoth R" userId="4a6291266e8e2515" providerId="Windows Live" clId="Web-{211FDE79-CD96-4911-BBD1-A159BBCE74CD}" dt="2026-09-06T11:09:05.064" v="24"/>
          <pc:sldLayoutMkLst>
            <pc:docMk/>
            <pc:sldMasterMk cId="2828733405" sldId="2147483672"/>
            <pc:sldLayoutMk cId="2430380387" sldId="2147483692"/>
          </pc:sldLayoutMkLst>
        </pc:sldLayoutChg>
        <pc:sldLayoutChg chg="add del mod replId">
          <pc:chgData name="Purushoth R" userId="4a6291266e8e2515" providerId="Windows Live" clId="Web-{211FDE79-CD96-4911-BBD1-A159BBCE74CD}" dt="2026-09-06T11:09:05.064" v="24"/>
          <pc:sldLayoutMkLst>
            <pc:docMk/>
            <pc:sldMasterMk cId="2828733405" sldId="2147483672"/>
            <pc:sldLayoutMk cId="3719788124" sldId="2147483693"/>
          </pc:sldLayoutMkLst>
        </pc:sldLayoutChg>
        <pc:sldLayoutChg chg="add del mod replId">
          <pc:chgData name="Purushoth R" userId="4a6291266e8e2515" providerId="Windows Live" clId="Web-{211FDE79-CD96-4911-BBD1-A159BBCE74CD}" dt="2026-09-06T11:09:05.064" v="24"/>
          <pc:sldLayoutMkLst>
            <pc:docMk/>
            <pc:sldMasterMk cId="2828733405" sldId="2147483672"/>
            <pc:sldLayoutMk cId="958086535" sldId="2147483694"/>
          </pc:sldLayoutMkLst>
        </pc:sldLayoutChg>
        <pc:sldLayoutChg chg="add del mod replId">
          <pc:chgData name="Purushoth R" userId="4a6291266e8e2515" providerId="Windows Live" clId="Web-{211FDE79-CD96-4911-BBD1-A159BBCE74CD}" dt="2026-09-06T11:09:05.064" v="24"/>
          <pc:sldLayoutMkLst>
            <pc:docMk/>
            <pc:sldMasterMk cId="2828733405" sldId="2147483672"/>
            <pc:sldLayoutMk cId="3558837158" sldId="2147483695"/>
          </pc:sldLayoutMkLst>
        </pc:sldLayoutChg>
        <pc:sldLayoutChg chg="add del mod replId">
          <pc:chgData name="Purushoth R" userId="4a6291266e8e2515" providerId="Windows Live" clId="Web-{211FDE79-CD96-4911-BBD1-A159BBCE74CD}" dt="2026-09-06T11:09:05.064" v="24"/>
          <pc:sldLayoutMkLst>
            <pc:docMk/>
            <pc:sldMasterMk cId="2828733405" sldId="2147483672"/>
            <pc:sldLayoutMk cId="4267672355" sldId="2147483696"/>
          </pc:sldLayoutMkLst>
        </pc:sldLayoutChg>
        <pc:sldLayoutChg chg="add del mod replId">
          <pc:chgData name="Purushoth R" userId="4a6291266e8e2515" providerId="Windows Live" clId="Web-{211FDE79-CD96-4911-BBD1-A159BBCE74CD}" dt="2026-09-06T11:09:05.064" v="24"/>
          <pc:sldLayoutMkLst>
            <pc:docMk/>
            <pc:sldMasterMk cId="2828733405" sldId="2147483672"/>
            <pc:sldLayoutMk cId="1562103857" sldId="2147483697"/>
          </pc:sldLayoutMkLst>
        </pc:sldLayoutChg>
        <pc:sldLayoutChg chg="add del mod replId">
          <pc:chgData name="Purushoth R" userId="4a6291266e8e2515" providerId="Windows Live" clId="Web-{211FDE79-CD96-4911-BBD1-A159BBCE74CD}" dt="2026-09-06T11:09:05.064" v="24"/>
          <pc:sldLayoutMkLst>
            <pc:docMk/>
            <pc:sldMasterMk cId="2828733405" sldId="2147483672"/>
            <pc:sldLayoutMk cId="2601610304" sldId="2147483698"/>
          </pc:sldLayoutMkLst>
        </pc:sldLayoutChg>
        <pc:sldLayoutChg chg="add del mod replId">
          <pc:chgData name="Purushoth R" userId="4a6291266e8e2515" providerId="Windows Live" clId="Web-{211FDE79-CD96-4911-BBD1-A159BBCE74CD}" dt="2026-09-06T11:09:05.064" v="24"/>
          <pc:sldLayoutMkLst>
            <pc:docMk/>
            <pc:sldMasterMk cId="2828733405" sldId="2147483672"/>
            <pc:sldLayoutMk cId="2954819453" sldId="2147483699"/>
          </pc:sldLayoutMkLst>
        </pc:sldLayoutChg>
        <pc:sldLayoutChg chg="add del mod replId">
          <pc:chgData name="Purushoth R" userId="4a6291266e8e2515" providerId="Windows Live" clId="Web-{211FDE79-CD96-4911-BBD1-A159BBCE74CD}" dt="2026-09-06T11:09:05.064" v="24"/>
          <pc:sldLayoutMkLst>
            <pc:docMk/>
            <pc:sldMasterMk cId="2828733405" sldId="2147483672"/>
            <pc:sldLayoutMk cId="4016675143" sldId="2147483700"/>
          </pc:sldLayoutMkLst>
        </pc:sldLayoutChg>
      </pc:sldMasterChg>
      <pc:sldMasterChg chg="add del addSldLayout delSldLayout modSldLayout">
        <pc:chgData name="Purushoth R" userId="4a6291266e8e2515" providerId="Windows Live" clId="Web-{211FDE79-CD96-4911-BBD1-A159BBCE74CD}" dt="2026-09-06T11:09:27.096" v="25"/>
        <pc:sldMasterMkLst>
          <pc:docMk/>
          <pc:sldMasterMk cId="3098737259" sldId="2147483701"/>
        </pc:sldMasterMkLst>
        <pc:sldLayoutChg chg="add del mod replId">
          <pc:chgData name="Purushoth R" userId="4a6291266e8e2515" providerId="Windows Live" clId="Web-{211FDE79-CD96-4911-BBD1-A159BBCE74CD}" dt="2026-09-06T11:09:27.096" v="25"/>
          <pc:sldLayoutMkLst>
            <pc:docMk/>
            <pc:sldMasterMk cId="3098737259" sldId="2147483701"/>
            <pc:sldLayoutMk cId="187656261" sldId="2147483702"/>
          </pc:sldLayoutMkLst>
        </pc:sldLayoutChg>
        <pc:sldLayoutChg chg="add del mod replId">
          <pc:chgData name="Purushoth R" userId="4a6291266e8e2515" providerId="Windows Live" clId="Web-{211FDE79-CD96-4911-BBD1-A159BBCE74CD}" dt="2026-09-06T11:09:27.096" v="25"/>
          <pc:sldLayoutMkLst>
            <pc:docMk/>
            <pc:sldMasterMk cId="3098737259" sldId="2147483701"/>
            <pc:sldLayoutMk cId="1059585163" sldId="2147483703"/>
          </pc:sldLayoutMkLst>
        </pc:sldLayoutChg>
        <pc:sldLayoutChg chg="add del mod replId">
          <pc:chgData name="Purushoth R" userId="4a6291266e8e2515" providerId="Windows Live" clId="Web-{211FDE79-CD96-4911-BBD1-A159BBCE74CD}" dt="2026-09-06T11:09:27.096" v="25"/>
          <pc:sldLayoutMkLst>
            <pc:docMk/>
            <pc:sldMasterMk cId="3098737259" sldId="2147483701"/>
            <pc:sldLayoutMk cId="1229743406" sldId="2147483704"/>
          </pc:sldLayoutMkLst>
        </pc:sldLayoutChg>
        <pc:sldLayoutChg chg="add del mod replId">
          <pc:chgData name="Purushoth R" userId="4a6291266e8e2515" providerId="Windows Live" clId="Web-{211FDE79-CD96-4911-BBD1-A159BBCE74CD}" dt="2026-09-06T11:09:27.096" v="25"/>
          <pc:sldLayoutMkLst>
            <pc:docMk/>
            <pc:sldMasterMk cId="3098737259" sldId="2147483701"/>
            <pc:sldLayoutMk cId="854984532" sldId="2147483705"/>
          </pc:sldLayoutMkLst>
        </pc:sldLayoutChg>
        <pc:sldLayoutChg chg="add del mod replId">
          <pc:chgData name="Purushoth R" userId="4a6291266e8e2515" providerId="Windows Live" clId="Web-{211FDE79-CD96-4911-BBD1-A159BBCE74CD}" dt="2026-09-06T11:09:27.096" v="25"/>
          <pc:sldLayoutMkLst>
            <pc:docMk/>
            <pc:sldMasterMk cId="3098737259" sldId="2147483701"/>
            <pc:sldLayoutMk cId="2390970362" sldId="2147483706"/>
          </pc:sldLayoutMkLst>
        </pc:sldLayoutChg>
        <pc:sldLayoutChg chg="add del mod replId">
          <pc:chgData name="Purushoth R" userId="4a6291266e8e2515" providerId="Windows Live" clId="Web-{211FDE79-CD96-4911-BBD1-A159BBCE74CD}" dt="2026-09-06T11:09:27.096" v="25"/>
          <pc:sldLayoutMkLst>
            <pc:docMk/>
            <pc:sldMasterMk cId="3098737259" sldId="2147483701"/>
            <pc:sldLayoutMk cId="1814237126" sldId="2147483707"/>
          </pc:sldLayoutMkLst>
        </pc:sldLayoutChg>
        <pc:sldLayoutChg chg="add del mod replId">
          <pc:chgData name="Purushoth R" userId="4a6291266e8e2515" providerId="Windows Live" clId="Web-{211FDE79-CD96-4911-BBD1-A159BBCE74CD}" dt="2026-09-06T11:09:27.096" v="25"/>
          <pc:sldLayoutMkLst>
            <pc:docMk/>
            <pc:sldMasterMk cId="3098737259" sldId="2147483701"/>
            <pc:sldLayoutMk cId="1032150980" sldId="2147483708"/>
          </pc:sldLayoutMkLst>
        </pc:sldLayoutChg>
        <pc:sldLayoutChg chg="add del mod replId">
          <pc:chgData name="Purushoth R" userId="4a6291266e8e2515" providerId="Windows Live" clId="Web-{211FDE79-CD96-4911-BBD1-A159BBCE74CD}" dt="2026-09-06T11:09:27.096" v="25"/>
          <pc:sldLayoutMkLst>
            <pc:docMk/>
            <pc:sldMasterMk cId="3098737259" sldId="2147483701"/>
            <pc:sldLayoutMk cId="672789213" sldId="2147483709"/>
          </pc:sldLayoutMkLst>
        </pc:sldLayoutChg>
        <pc:sldLayoutChg chg="add del mod replId">
          <pc:chgData name="Purushoth R" userId="4a6291266e8e2515" providerId="Windows Live" clId="Web-{211FDE79-CD96-4911-BBD1-A159BBCE74CD}" dt="2026-09-06T11:09:27.096" v="25"/>
          <pc:sldLayoutMkLst>
            <pc:docMk/>
            <pc:sldMasterMk cId="3098737259" sldId="2147483701"/>
            <pc:sldLayoutMk cId="3867867695" sldId="2147483710"/>
          </pc:sldLayoutMkLst>
        </pc:sldLayoutChg>
        <pc:sldLayoutChg chg="add del mod replId">
          <pc:chgData name="Purushoth R" userId="4a6291266e8e2515" providerId="Windows Live" clId="Web-{211FDE79-CD96-4911-BBD1-A159BBCE74CD}" dt="2026-09-06T11:09:27.096" v="25"/>
          <pc:sldLayoutMkLst>
            <pc:docMk/>
            <pc:sldMasterMk cId="3098737259" sldId="2147483701"/>
            <pc:sldLayoutMk cId="1156303743" sldId="2147483711"/>
          </pc:sldLayoutMkLst>
        </pc:sldLayoutChg>
        <pc:sldLayoutChg chg="add del mod replId">
          <pc:chgData name="Purushoth R" userId="4a6291266e8e2515" providerId="Windows Live" clId="Web-{211FDE79-CD96-4911-BBD1-A159BBCE74CD}" dt="2026-09-06T11:09:27.096" v="25"/>
          <pc:sldLayoutMkLst>
            <pc:docMk/>
            <pc:sldMasterMk cId="3098737259" sldId="2147483701"/>
            <pc:sldLayoutMk cId="2810913116" sldId="2147483712"/>
          </pc:sldLayoutMkLst>
        </pc:sldLayoutChg>
      </pc:sldMasterChg>
      <pc:sldMasterChg chg="add del addSldLayout delSldLayout modSldLayout">
        <pc:chgData name="Purushoth R" userId="4a6291266e8e2515" providerId="Windows Live" clId="Web-{211FDE79-CD96-4911-BBD1-A159BBCE74CD}" dt="2026-09-06T11:09:39.221" v="26"/>
        <pc:sldMasterMkLst>
          <pc:docMk/>
          <pc:sldMasterMk cId="1301793465" sldId="2147483713"/>
        </pc:sldMasterMkLst>
        <pc:sldLayoutChg chg="add del mod replId">
          <pc:chgData name="Purushoth R" userId="4a6291266e8e2515" providerId="Windows Live" clId="Web-{211FDE79-CD96-4911-BBD1-A159BBCE74CD}" dt="2026-09-06T11:09:39.221" v="26"/>
          <pc:sldLayoutMkLst>
            <pc:docMk/>
            <pc:sldMasterMk cId="1301793465" sldId="2147483713"/>
            <pc:sldLayoutMk cId="1222942684" sldId="2147483714"/>
          </pc:sldLayoutMkLst>
        </pc:sldLayoutChg>
        <pc:sldLayoutChg chg="add del mod replId">
          <pc:chgData name="Purushoth R" userId="4a6291266e8e2515" providerId="Windows Live" clId="Web-{211FDE79-CD96-4911-BBD1-A159BBCE74CD}" dt="2026-09-06T11:09:39.221" v="26"/>
          <pc:sldLayoutMkLst>
            <pc:docMk/>
            <pc:sldMasterMk cId="1301793465" sldId="2147483713"/>
            <pc:sldLayoutMk cId="1028777339" sldId="2147483715"/>
          </pc:sldLayoutMkLst>
        </pc:sldLayoutChg>
        <pc:sldLayoutChg chg="add del mod replId">
          <pc:chgData name="Purushoth R" userId="4a6291266e8e2515" providerId="Windows Live" clId="Web-{211FDE79-CD96-4911-BBD1-A159BBCE74CD}" dt="2026-09-06T11:09:39.221" v="26"/>
          <pc:sldLayoutMkLst>
            <pc:docMk/>
            <pc:sldMasterMk cId="1301793465" sldId="2147483713"/>
            <pc:sldLayoutMk cId="2199929275" sldId="2147483716"/>
          </pc:sldLayoutMkLst>
        </pc:sldLayoutChg>
        <pc:sldLayoutChg chg="add del mod replId">
          <pc:chgData name="Purushoth R" userId="4a6291266e8e2515" providerId="Windows Live" clId="Web-{211FDE79-CD96-4911-BBD1-A159BBCE74CD}" dt="2026-09-06T11:09:39.221" v="26"/>
          <pc:sldLayoutMkLst>
            <pc:docMk/>
            <pc:sldMasterMk cId="1301793465" sldId="2147483713"/>
            <pc:sldLayoutMk cId="3273485789" sldId="2147483717"/>
          </pc:sldLayoutMkLst>
        </pc:sldLayoutChg>
        <pc:sldLayoutChg chg="add del mod replId">
          <pc:chgData name="Purushoth R" userId="4a6291266e8e2515" providerId="Windows Live" clId="Web-{211FDE79-CD96-4911-BBD1-A159BBCE74CD}" dt="2026-09-06T11:09:39.221" v="26"/>
          <pc:sldLayoutMkLst>
            <pc:docMk/>
            <pc:sldMasterMk cId="1301793465" sldId="2147483713"/>
            <pc:sldLayoutMk cId="1080570245" sldId="2147483718"/>
          </pc:sldLayoutMkLst>
        </pc:sldLayoutChg>
        <pc:sldLayoutChg chg="add del mod replId">
          <pc:chgData name="Purushoth R" userId="4a6291266e8e2515" providerId="Windows Live" clId="Web-{211FDE79-CD96-4911-BBD1-A159BBCE74CD}" dt="2026-09-06T11:09:39.221" v="26"/>
          <pc:sldLayoutMkLst>
            <pc:docMk/>
            <pc:sldMasterMk cId="1301793465" sldId="2147483713"/>
            <pc:sldLayoutMk cId="1033813959" sldId="2147483719"/>
          </pc:sldLayoutMkLst>
        </pc:sldLayoutChg>
        <pc:sldLayoutChg chg="add del mod replId">
          <pc:chgData name="Purushoth R" userId="4a6291266e8e2515" providerId="Windows Live" clId="Web-{211FDE79-CD96-4911-BBD1-A159BBCE74CD}" dt="2026-09-06T11:09:39.221" v="26"/>
          <pc:sldLayoutMkLst>
            <pc:docMk/>
            <pc:sldMasterMk cId="1301793465" sldId="2147483713"/>
            <pc:sldLayoutMk cId="1881718474" sldId="2147483720"/>
          </pc:sldLayoutMkLst>
        </pc:sldLayoutChg>
        <pc:sldLayoutChg chg="add del mod replId">
          <pc:chgData name="Purushoth R" userId="4a6291266e8e2515" providerId="Windows Live" clId="Web-{211FDE79-CD96-4911-BBD1-A159BBCE74CD}" dt="2026-09-06T11:09:39.221" v="26"/>
          <pc:sldLayoutMkLst>
            <pc:docMk/>
            <pc:sldMasterMk cId="1301793465" sldId="2147483713"/>
            <pc:sldLayoutMk cId="3720338155" sldId="2147483721"/>
          </pc:sldLayoutMkLst>
        </pc:sldLayoutChg>
        <pc:sldLayoutChg chg="add del mod replId">
          <pc:chgData name="Purushoth R" userId="4a6291266e8e2515" providerId="Windows Live" clId="Web-{211FDE79-CD96-4911-BBD1-A159BBCE74CD}" dt="2026-09-06T11:09:39.221" v="26"/>
          <pc:sldLayoutMkLst>
            <pc:docMk/>
            <pc:sldMasterMk cId="1301793465" sldId="2147483713"/>
            <pc:sldLayoutMk cId="2730742262" sldId="2147483722"/>
          </pc:sldLayoutMkLst>
        </pc:sldLayoutChg>
        <pc:sldLayoutChg chg="add del mod replId">
          <pc:chgData name="Purushoth R" userId="4a6291266e8e2515" providerId="Windows Live" clId="Web-{211FDE79-CD96-4911-BBD1-A159BBCE74CD}" dt="2026-09-06T11:09:39.221" v="26"/>
          <pc:sldLayoutMkLst>
            <pc:docMk/>
            <pc:sldMasterMk cId="1301793465" sldId="2147483713"/>
            <pc:sldLayoutMk cId="660295133" sldId="2147483723"/>
          </pc:sldLayoutMkLst>
        </pc:sldLayoutChg>
        <pc:sldLayoutChg chg="add del mod replId">
          <pc:chgData name="Purushoth R" userId="4a6291266e8e2515" providerId="Windows Live" clId="Web-{211FDE79-CD96-4911-BBD1-A159BBCE74CD}" dt="2026-09-06T11:09:39.221" v="26"/>
          <pc:sldLayoutMkLst>
            <pc:docMk/>
            <pc:sldMasterMk cId="1301793465" sldId="2147483713"/>
            <pc:sldLayoutMk cId="2405462752" sldId="2147483724"/>
          </pc:sldLayoutMkLst>
        </pc:sldLayoutChg>
        <pc:sldLayoutChg chg="add del mod replId">
          <pc:chgData name="Purushoth R" userId="4a6291266e8e2515" providerId="Windows Live" clId="Web-{211FDE79-CD96-4911-BBD1-A159BBCE74CD}" dt="2026-09-06T11:09:39.221" v="26"/>
          <pc:sldLayoutMkLst>
            <pc:docMk/>
            <pc:sldMasterMk cId="1301793465" sldId="2147483713"/>
            <pc:sldLayoutMk cId="2927303006" sldId="2147483725"/>
          </pc:sldLayoutMkLst>
        </pc:sldLayoutChg>
        <pc:sldLayoutChg chg="add del mod replId">
          <pc:chgData name="Purushoth R" userId="4a6291266e8e2515" providerId="Windows Live" clId="Web-{211FDE79-CD96-4911-BBD1-A159BBCE74CD}" dt="2026-09-06T11:09:39.221" v="26"/>
          <pc:sldLayoutMkLst>
            <pc:docMk/>
            <pc:sldMasterMk cId="1301793465" sldId="2147483713"/>
            <pc:sldLayoutMk cId="1722517011" sldId="2147483726"/>
          </pc:sldLayoutMkLst>
        </pc:sldLayoutChg>
        <pc:sldLayoutChg chg="add del mod replId">
          <pc:chgData name="Purushoth R" userId="4a6291266e8e2515" providerId="Windows Live" clId="Web-{211FDE79-CD96-4911-BBD1-A159BBCE74CD}" dt="2026-09-06T11:09:39.221" v="26"/>
          <pc:sldLayoutMkLst>
            <pc:docMk/>
            <pc:sldMasterMk cId="1301793465" sldId="2147483713"/>
            <pc:sldLayoutMk cId="1751394876" sldId="2147483727"/>
          </pc:sldLayoutMkLst>
        </pc:sldLayoutChg>
        <pc:sldLayoutChg chg="add del mod replId">
          <pc:chgData name="Purushoth R" userId="4a6291266e8e2515" providerId="Windows Live" clId="Web-{211FDE79-CD96-4911-BBD1-A159BBCE74CD}" dt="2026-09-06T11:09:39.221" v="26"/>
          <pc:sldLayoutMkLst>
            <pc:docMk/>
            <pc:sldMasterMk cId="1301793465" sldId="2147483713"/>
            <pc:sldLayoutMk cId="823416946" sldId="2147483728"/>
          </pc:sldLayoutMkLst>
        </pc:sldLayoutChg>
        <pc:sldLayoutChg chg="add del mod replId">
          <pc:chgData name="Purushoth R" userId="4a6291266e8e2515" providerId="Windows Live" clId="Web-{211FDE79-CD96-4911-BBD1-A159BBCE74CD}" dt="2026-09-06T11:09:39.221" v="26"/>
          <pc:sldLayoutMkLst>
            <pc:docMk/>
            <pc:sldMasterMk cId="1301793465" sldId="2147483713"/>
            <pc:sldLayoutMk cId="3866732833" sldId="2147483729"/>
          </pc:sldLayoutMkLst>
        </pc:sldLayoutChg>
        <pc:sldLayoutChg chg="add del mod replId">
          <pc:chgData name="Purushoth R" userId="4a6291266e8e2515" providerId="Windows Live" clId="Web-{211FDE79-CD96-4911-BBD1-A159BBCE74CD}" dt="2026-09-06T11:09:39.221" v="26"/>
          <pc:sldLayoutMkLst>
            <pc:docMk/>
            <pc:sldMasterMk cId="1301793465" sldId="2147483713"/>
            <pc:sldLayoutMk cId="3205635318" sldId="2147483730"/>
          </pc:sldLayoutMkLst>
        </pc:sldLayoutChg>
      </pc:sldMasterChg>
      <pc:sldMasterChg chg="add del addSldLayout delSldLayout modSldLayout">
        <pc:chgData name="Purushoth R" userId="4a6291266e8e2515" providerId="Windows Live" clId="Web-{211FDE79-CD96-4911-BBD1-A159BBCE74CD}" dt="2026-09-06T11:09:49.018" v="27"/>
        <pc:sldMasterMkLst>
          <pc:docMk/>
          <pc:sldMasterMk cId="98527674" sldId="2147483731"/>
        </pc:sldMasterMkLst>
        <pc:sldLayoutChg chg="add del mod replId">
          <pc:chgData name="Purushoth R" userId="4a6291266e8e2515" providerId="Windows Live" clId="Web-{211FDE79-CD96-4911-BBD1-A159BBCE74CD}" dt="2026-09-06T11:09:49.018" v="27"/>
          <pc:sldLayoutMkLst>
            <pc:docMk/>
            <pc:sldMasterMk cId="98527674" sldId="2147483731"/>
            <pc:sldLayoutMk cId="1396292141" sldId="2147483732"/>
          </pc:sldLayoutMkLst>
        </pc:sldLayoutChg>
        <pc:sldLayoutChg chg="add del mod replId">
          <pc:chgData name="Purushoth R" userId="4a6291266e8e2515" providerId="Windows Live" clId="Web-{211FDE79-CD96-4911-BBD1-A159BBCE74CD}" dt="2026-09-06T11:09:49.018" v="27"/>
          <pc:sldLayoutMkLst>
            <pc:docMk/>
            <pc:sldMasterMk cId="98527674" sldId="2147483731"/>
            <pc:sldLayoutMk cId="779210962" sldId="2147483733"/>
          </pc:sldLayoutMkLst>
        </pc:sldLayoutChg>
        <pc:sldLayoutChg chg="add del mod replId">
          <pc:chgData name="Purushoth R" userId="4a6291266e8e2515" providerId="Windows Live" clId="Web-{211FDE79-CD96-4911-BBD1-A159BBCE74CD}" dt="2026-09-06T11:09:49.018" v="27"/>
          <pc:sldLayoutMkLst>
            <pc:docMk/>
            <pc:sldMasterMk cId="98527674" sldId="2147483731"/>
            <pc:sldLayoutMk cId="838927713" sldId="2147483734"/>
          </pc:sldLayoutMkLst>
        </pc:sldLayoutChg>
        <pc:sldLayoutChg chg="add del mod replId">
          <pc:chgData name="Purushoth R" userId="4a6291266e8e2515" providerId="Windows Live" clId="Web-{211FDE79-CD96-4911-BBD1-A159BBCE74CD}" dt="2026-09-06T11:09:49.018" v="27"/>
          <pc:sldLayoutMkLst>
            <pc:docMk/>
            <pc:sldMasterMk cId="98527674" sldId="2147483731"/>
            <pc:sldLayoutMk cId="1841869437" sldId="2147483735"/>
          </pc:sldLayoutMkLst>
        </pc:sldLayoutChg>
        <pc:sldLayoutChg chg="add del mod replId">
          <pc:chgData name="Purushoth R" userId="4a6291266e8e2515" providerId="Windows Live" clId="Web-{211FDE79-CD96-4911-BBD1-A159BBCE74CD}" dt="2026-09-06T11:09:49.018" v="27"/>
          <pc:sldLayoutMkLst>
            <pc:docMk/>
            <pc:sldMasterMk cId="98527674" sldId="2147483731"/>
            <pc:sldLayoutMk cId="4067114812" sldId="2147483736"/>
          </pc:sldLayoutMkLst>
        </pc:sldLayoutChg>
        <pc:sldLayoutChg chg="add del mod replId">
          <pc:chgData name="Purushoth R" userId="4a6291266e8e2515" providerId="Windows Live" clId="Web-{211FDE79-CD96-4911-BBD1-A159BBCE74CD}" dt="2026-09-06T11:09:49.018" v="27"/>
          <pc:sldLayoutMkLst>
            <pc:docMk/>
            <pc:sldMasterMk cId="98527674" sldId="2147483731"/>
            <pc:sldLayoutMk cId="1379923190" sldId="2147483737"/>
          </pc:sldLayoutMkLst>
        </pc:sldLayoutChg>
        <pc:sldLayoutChg chg="add del mod replId">
          <pc:chgData name="Purushoth R" userId="4a6291266e8e2515" providerId="Windows Live" clId="Web-{211FDE79-CD96-4911-BBD1-A159BBCE74CD}" dt="2026-09-06T11:09:49.018" v="27"/>
          <pc:sldLayoutMkLst>
            <pc:docMk/>
            <pc:sldMasterMk cId="98527674" sldId="2147483731"/>
            <pc:sldLayoutMk cId="346442373" sldId="2147483738"/>
          </pc:sldLayoutMkLst>
        </pc:sldLayoutChg>
        <pc:sldLayoutChg chg="add del mod replId">
          <pc:chgData name="Purushoth R" userId="4a6291266e8e2515" providerId="Windows Live" clId="Web-{211FDE79-CD96-4911-BBD1-A159BBCE74CD}" dt="2026-09-06T11:09:49.018" v="27"/>
          <pc:sldLayoutMkLst>
            <pc:docMk/>
            <pc:sldMasterMk cId="98527674" sldId="2147483731"/>
            <pc:sldLayoutMk cId="1462343800" sldId="2147483739"/>
          </pc:sldLayoutMkLst>
        </pc:sldLayoutChg>
        <pc:sldLayoutChg chg="add del mod replId">
          <pc:chgData name="Purushoth R" userId="4a6291266e8e2515" providerId="Windows Live" clId="Web-{211FDE79-CD96-4911-BBD1-A159BBCE74CD}" dt="2026-09-06T11:09:49.018" v="27"/>
          <pc:sldLayoutMkLst>
            <pc:docMk/>
            <pc:sldMasterMk cId="98527674" sldId="2147483731"/>
            <pc:sldLayoutMk cId="1138961587" sldId="2147483740"/>
          </pc:sldLayoutMkLst>
        </pc:sldLayoutChg>
        <pc:sldLayoutChg chg="add del mod replId">
          <pc:chgData name="Purushoth R" userId="4a6291266e8e2515" providerId="Windows Live" clId="Web-{211FDE79-CD96-4911-BBD1-A159BBCE74CD}" dt="2026-09-06T11:09:49.018" v="27"/>
          <pc:sldLayoutMkLst>
            <pc:docMk/>
            <pc:sldMasterMk cId="98527674" sldId="2147483731"/>
            <pc:sldLayoutMk cId="4102539726" sldId="2147483741"/>
          </pc:sldLayoutMkLst>
        </pc:sldLayoutChg>
        <pc:sldLayoutChg chg="add del mod replId">
          <pc:chgData name="Purushoth R" userId="4a6291266e8e2515" providerId="Windows Live" clId="Web-{211FDE79-CD96-4911-BBD1-A159BBCE74CD}" dt="2026-09-06T11:09:49.018" v="27"/>
          <pc:sldLayoutMkLst>
            <pc:docMk/>
            <pc:sldMasterMk cId="98527674" sldId="2147483731"/>
            <pc:sldLayoutMk cId="4228143054" sldId="2147483742"/>
          </pc:sldLayoutMkLst>
        </pc:sldLayoutChg>
      </pc:sldMasterChg>
      <pc:sldMasterChg chg="add del addSldLayout delSldLayout modSldLayout">
        <pc:chgData name="Purushoth R" userId="4a6291266e8e2515" providerId="Windows Live" clId="Web-{211FDE79-CD96-4911-BBD1-A159BBCE74CD}" dt="2026-09-06T11:09:56.237" v="28"/>
        <pc:sldMasterMkLst>
          <pc:docMk/>
          <pc:sldMasterMk cId="1967547709" sldId="2147483743"/>
        </pc:sldMasterMkLst>
        <pc:sldLayoutChg chg="add del mod replId">
          <pc:chgData name="Purushoth R" userId="4a6291266e8e2515" providerId="Windows Live" clId="Web-{211FDE79-CD96-4911-BBD1-A159BBCE74CD}" dt="2026-09-06T11:09:56.237" v="28"/>
          <pc:sldLayoutMkLst>
            <pc:docMk/>
            <pc:sldMasterMk cId="1967547709" sldId="2147483743"/>
            <pc:sldLayoutMk cId="124184909" sldId="2147483744"/>
          </pc:sldLayoutMkLst>
        </pc:sldLayoutChg>
        <pc:sldLayoutChg chg="add del mod replId">
          <pc:chgData name="Purushoth R" userId="4a6291266e8e2515" providerId="Windows Live" clId="Web-{211FDE79-CD96-4911-BBD1-A159BBCE74CD}" dt="2026-09-06T11:09:56.237" v="28"/>
          <pc:sldLayoutMkLst>
            <pc:docMk/>
            <pc:sldMasterMk cId="1967547709" sldId="2147483743"/>
            <pc:sldLayoutMk cId="842522395" sldId="2147483745"/>
          </pc:sldLayoutMkLst>
        </pc:sldLayoutChg>
        <pc:sldLayoutChg chg="add del mod replId">
          <pc:chgData name="Purushoth R" userId="4a6291266e8e2515" providerId="Windows Live" clId="Web-{211FDE79-CD96-4911-BBD1-A159BBCE74CD}" dt="2026-09-06T11:09:56.237" v="28"/>
          <pc:sldLayoutMkLst>
            <pc:docMk/>
            <pc:sldMasterMk cId="1967547709" sldId="2147483743"/>
            <pc:sldLayoutMk cId="3913769984" sldId="2147483746"/>
          </pc:sldLayoutMkLst>
        </pc:sldLayoutChg>
        <pc:sldLayoutChg chg="add del mod replId">
          <pc:chgData name="Purushoth R" userId="4a6291266e8e2515" providerId="Windows Live" clId="Web-{211FDE79-CD96-4911-BBD1-A159BBCE74CD}" dt="2026-09-06T11:09:56.237" v="28"/>
          <pc:sldLayoutMkLst>
            <pc:docMk/>
            <pc:sldMasterMk cId="1967547709" sldId="2147483743"/>
            <pc:sldLayoutMk cId="32304885" sldId="2147483747"/>
          </pc:sldLayoutMkLst>
        </pc:sldLayoutChg>
        <pc:sldLayoutChg chg="add del mod replId">
          <pc:chgData name="Purushoth R" userId="4a6291266e8e2515" providerId="Windows Live" clId="Web-{211FDE79-CD96-4911-BBD1-A159BBCE74CD}" dt="2026-09-06T11:09:56.237" v="28"/>
          <pc:sldLayoutMkLst>
            <pc:docMk/>
            <pc:sldMasterMk cId="1967547709" sldId="2147483743"/>
            <pc:sldLayoutMk cId="4175131358" sldId="2147483748"/>
          </pc:sldLayoutMkLst>
        </pc:sldLayoutChg>
        <pc:sldLayoutChg chg="add del mod replId">
          <pc:chgData name="Purushoth R" userId="4a6291266e8e2515" providerId="Windows Live" clId="Web-{211FDE79-CD96-4911-BBD1-A159BBCE74CD}" dt="2026-09-06T11:09:56.237" v="28"/>
          <pc:sldLayoutMkLst>
            <pc:docMk/>
            <pc:sldMasterMk cId="1967547709" sldId="2147483743"/>
            <pc:sldLayoutMk cId="3667393840" sldId="2147483749"/>
          </pc:sldLayoutMkLst>
        </pc:sldLayoutChg>
        <pc:sldLayoutChg chg="add del mod replId">
          <pc:chgData name="Purushoth R" userId="4a6291266e8e2515" providerId="Windows Live" clId="Web-{211FDE79-CD96-4911-BBD1-A159BBCE74CD}" dt="2026-09-06T11:09:56.237" v="28"/>
          <pc:sldLayoutMkLst>
            <pc:docMk/>
            <pc:sldMasterMk cId="1967547709" sldId="2147483743"/>
            <pc:sldLayoutMk cId="398328851" sldId="2147483750"/>
          </pc:sldLayoutMkLst>
        </pc:sldLayoutChg>
        <pc:sldLayoutChg chg="add del mod replId">
          <pc:chgData name="Purushoth R" userId="4a6291266e8e2515" providerId="Windows Live" clId="Web-{211FDE79-CD96-4911-BBD1-A159BBCE74CD}" dt="2026-09-06T11:09:56.237" v="28"/>
          <pc:sldLayoutMkLst>
            <pc:docMk/>
            <pc:sldMasterMk cId="1967547709" sldId="2147483743"/>
            <pc:sldLayoutMk cId="2197684830" sldId="2147483751"/>
          </pc:sldLayoutMkLst>
        </pc:sldLayoutChg>
        <pc:sldLayoutChg chg="add del mod replId">
          <pc:chgData name="Purushoth R" userId="4a6291266e8e2515" providerId="Windows Live" clId="Web-{211FDE79-CD96-4911-BBD1-A159BBCE74CD}" dt="2026-09-06T11:09:56.237" v="28"/>
          <pc:sldLayoutMkLst>
            <pc:docMk/>
            <pc:sldMasterMk cId="1967547709" sldId="2147483743"/>
            <pc:sldLayoutMk cId="3575618784" sldId="2147483752"/>
          </pc:sldLayoutMkLst>
        </pc:sldLayoutChg>
        <pc:sldLayoutChg chg="add del mod replId">
          <pc:chgData name="Purushoth R" userId="4a6291266e8e2515" providerId="Windows Live" clId="Web-{211FDE79-CD96-4911-BBD1-A159BBCE74CD}" dt="2026-09-06T11:09:56.237" v="28"/>
          <pc:sldLayoutMkLst>
            <pc:docMk/>
            <pc:sldMasterMk cId="1967547709" sldId="2147483743"/>
            <pc:sldLayoutMk cId="717395335" sldId="2147483753"/>
          </pc:sldLayoutMkLst>
        </pc:sldLayoutChg>
        <pc:sldLayoutChg chg="add del mod replId">
          <pc:chgData name="Purushoth R" userId="4a6291266e8e2515" providerId="Windows Live" clId="Web-{211FDE79-CD96-4911-BBD1-A159BBCE74CD}" dt="2026-09-06T11:09:56.237" v="28"/>
          <pc:sldLayoutMkLst>
            <pc:docMk/>
            <pc:sldMasterMk cId="1967547709" sldId="2147483743"/>
            <pc:sldLayoutMk cId="2202130680" sldId="2147483754"/>
          </pc:sldLayoutMkLst>
        </pc:sldLayoutChg>
      </pc:sldMasterChg>
      <pc:sldMasterChg chg="add addSldLayout modSldLayout">
        <pc:chgData name="Purushoth R" userId="4a6291266e8e2515" providerId="Windows Live" clId="Web-{211FDE79-CD96-4911-BBD1-A159BBCE74CD}" dt="2026-09-06T11:09:56.237" v="28"/>
        <pc:sldMasterMkLst>
          <pc:docMk/>
          <pc:sldMasterMk cId="1569009324" sldId="2147483755"/>
        </pc:sldMasterMkLst>
        <pc:sldLayoutChg chg="add mod replId">
          <pc:chgData name="Purushoth R" userId="4a6291266e8e2515" providerId="Windows Live" clId="Web-{211FDE79-CD96-4911-BBD1-A159BBCE74CD}" dt="2026-09-06T11:09:56.237" v="28"/>
          <pc:sldLayoutMkLst>
            <pc:docMk/>
            <pc:sldMasterMk cId="1569009324" sldId="2147483755"/>
            <pc:sldLayoutMk cId="3431849746" sldId="2147483756"/>
          </pc:sldLayoutMkLst>
        </pc:sldLayoutChg>
        <pc:sldLayoutChg chg="add mod replId">
          <pc:chgData name="Purushoth R" userId="4a6291266e8e2515" providerId="Windows Live" clId="Web-{211FDE79-CD96-4911-BBD1-A159BBCE74CD}" dt="2026-09-06T11:09:56.237" v="28"/>
          <pc:sldLayoutMkLst>
            <pc:docMk/>
            <pc:sldMasterMk cId="1569009324" sldId="2147483755"/>
            <pc:sldLayoutMk cId="840363114" sldId="2147483757"/>
          </pc:sldLayoutMkLst>
        </pc:sldLayoutChg>
        <pc:sldLayoutChg chg="add mod replId">
          <pc:chgData name="Purushoth R" userId="4a6291266e8e2515" providerId="Windows Live" clId="Web-{211FDE79-CD96-4911-BBD1-A159BBCE74CD}" dt="2026-09-06T11:09:56.237" v="28"/>
          <pc:sldLayoutMkLst>
            <pc:docMk/>
            <pc:sldMasterMk cId="1569009324" sldId="2147483755"/>
            <pc:sldLayoutMk cId="2943446031" sldId="2147483758"/>
          </pc:sldLayoutMkLst>
        </pc:sldLayoutChg>
        <pc:sldLayoutChg chg="add mod replId">
          <pc:chgData name="Purushoth R" userId="4a6291266e8e2515" providerId="Windows Live" clId="Web-{211FDE79-CD96-4911-BBD1-A159BBCE74CD}" dt="2026-09-06T11:09:56.237" v="28"/>
          <pc:sldLayoutMkLst>
            <pc:docMk/>
            <pc:sldMasterMk cId="1569009324" sldId="2147483755"/>
            <pc:sldLayoutMk cId="457779815" sldId="2147483759"/>
          </pc:sldLayoutMkLst>
        </pc:sldLayoutChg>
        <pc:sldLayoutChg chg="add mod replId">
          <pc:chgData name="Purushoth R" userId="4a6291266e8e2515" providerId="Windows Live" clId="Web-{211FDE79-CD96-4911-BBD1-A159BBCE74CD}" dt="2026-09-06T11:09:56.237" v="28"/>
          <pc:sldLayoutMkLst>
            <pc:docMk/>
            <pc:sldMasterMk cId="1569009324" sldId="2147483755"/>
            <pc:sldLayoutMk cId="2412505339" sldId="2147483760"/>
          </pc:sldLayoutMkLst>
        </pc:sldLayoutChg>
        <pc:sldLayoutChg chg="add mod replId">
          <pc:chgData name="Purushoth R" userId="4a6291266e8e2515" providerId="Windows Live" clId="Web-{211FDE79-CD96-4911-BBD1-A159BBCE74CD}" dt="2026-09-06T11:09:56.237" v="28"/>
          <pc:sldLayoutMkLst>
            <pc:docMk/>
            <pc:sldMasterMk cId="1569009324" sldId="2147483755"/>
            <pc:sldLayoutMk cId="2497619760" sldId="2147483761"/>
          </pc:sldLayoutMkLst>
        </pc:sldLayoutChg>
        <pc:sldLayoutChg chg="add mod replId">
          <pc:chgData name="Purushoth R" userId="4a6291266e8e2515" providerId="Windows Live" clId="Web-{211FDE79-CD96-4911-BBD1-A159BBCE74CD}" dt="2026-09-06T11:09:56.237" v="28"/>
          <pc:sldLayoutMkLst>
            <pc:docMk/>
            <pc:sldMasterMk cId="1569009324" sldId="2147483755"/>
            <pc:sldLayoutMk cId="1212817752" sldId="2147483762"/>
          </pc:sldLayoutMkLst>
        </pc:sldLayoutChg>
        <pc:sldLayoutChg chg="add mod replId">
          <pc:chgData name="Purushoth R" userId="4a6291266e8e2515" providerId="Windows Live" clId="Web-{211FDE79-CD96-4911-BBD1-A159BBCE74CD}" dt="2026-09-06T11:09:56.237" v="28"/>
          <pc:sldLayoutMkLst>
            <pc:docMk/>
            <pc:sldMasterMk cId="1569009324" sldId="2147483755"/>
            <pc:sldLayoutMk cId="464359716" sldId="2147483763"/>
          </pc:sldLayoutMkLst>
        </pc:sldLayoutChg>
        <pc:sldLayoutChg chg="add mod replId">
          <pc:chgData name="Purushoth R" userId="4a6291266e8e2515" providerId="Windows Live" clId="Web-{211FDE79-CD96-4911-BBD1-A159BBCE74CD}" dt="2026-09-06T11:09:56.237" v="28"/>
          <pc:sldLayoutMkLst>
            <pc:docMk/>
            <pc:sldMasterMk cId="1569009324" sldId="2147483755"/>
            <pc:sldLayoutMk cId="1196943441" sldId="2147483764"/>
          </pc:sldLayoutMkLst>
        </pc:sldLayoutChg>
        <pc:sldLayoutChg chg="add mod replId">
          <pc:chgData name="Purushoth R" userId="4a6291266e8e2515" providerId="Windows Live" clId="Web-{211FDE79-CD96-4911-BBD1-A159BBCE74CD}" dt="2026-09-06T11:09:56.237" v="28"/>
          <pc:sldLayoutMkLst>
            <pc:docMk/>
            <pc:sldMasterMk cId="1569009324" sldId="2147483755"/>
            <pc:sldLayoutMk cId="4083304004" sldId="2147483765"/>
          </pc:sldLayoutMkLst>
        </pc:sldLayoutChg>
        <pc:sldLayoutChg chg="add mod replId">
          <pc:chgData name="Purushoth R" userId="4a6291266e8e2515" providerId="Windows Live" clId="Web-{211FDE79-CD96-4911-BBD1-A159BBCE74CD}" dt="2026-09-06T11:09:56.237" v="28"/>
          <pc:sldLayoutMkLst>
            <pc:docMk/>
            <pc:sldMasterMk cId="1569009324" sldId="2147483755"/>
            <pc:sldLayoutMk cId="3070065387" sldId="2147483766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1849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0363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446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9/6/2026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7779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9/6/2026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2505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9/6/2026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7619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9/6/2026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8177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9/6/2026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4359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9/6/2026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69434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9/6/2026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3304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9/6/2026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0065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9009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60" r:id="rId5"/>
    <p:sldLayoutId id="2147483761" r:id="rId6"/>
    <p:sldLayoutId id="2147483762" r:id="rId7"/>
    <p:sldLayoutId id="2147483763" r:id="rId8"/>
    <p:sldLayoutId id="2147483764" r:id="rId9"/>
    <p:sldLayoutId id="2147483765" r:id="rId10"/>
    <p:sldLayoutId id="2147483766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4384" y="402118"/>
            <a:ext cx="11419560" cy="508697"/>
          </a:xfrm>
        </p:spPr>
        <p:txBody>
          <a:bodyPr>
            <a:normAutofit fontScale="90000"/>
          </a:bodyPr>
          <a:lstStyle/>
          <a:p>
            <a:r>
              <a:rPr lang="en-GB" sz="4000" b="1" dirty="0">
                <a:solidFill>
                  <a:schemeClr val="accent1">
                    <a:lumMod val="76000"/>
                  </a:schemeClr>
                </a:solidFill>
                <a:latin typeface="Aptos Narrow"/>
              </a:rPr>
              <a:t>CUSTOMER 360 INTELLIGENCE</a:t>
            </a:r>
            <a:endParaRPr lang="en-US" sz="4000" b="1">
              <a:solidFill>
                <a:schemeClr val="accent1">
                  <a:lumMod val="76000"/>
                </a:schemeClr>
              </a:solidFill>
              <a:latin typeface="Aptos Narrow"/>
            </a:endParaRPr>
          </a:p>
          <a:p>
            <a:endParaRPr lang="en-GB" sz="1800" dirty="0">
              <a:solidFill>
                <a:schemeClr val="accent1">
                  <a:lumMod val="76000"/>
                </a:schemeClr>
              </a:solidFill>
              <a:latin typeface="Aptos Narrow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4384" y="1305600"/>
            <a:ext cx="11795342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GB" sz="1600" dirty="0">
                <a:ea typeface="+mn-lt"/>
                <a:cs typeface="+mn-lt"/>
              </a:rPr>
              <a:t>Turning customer, sales, payment, and satisfaction data into actionable business insights.</a:t>
            </a:r>
            <a:endParaRPr lang="en-US" sz="16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480C68-AA8A-3CBC-2268-7A2228F4ADEB}"/>
              </a:ext>
            </a:extLst>
          </p:cNvPr>
          <p:cNvSpPr txBox="1"/>
          <p:nvPr/>
        </p:nvSpPr>
        <p:spPr>
          <a:xfrm>
            <a:off x="109474" y="898906"/>
            <a:ext cx="692897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b="1" dirty="0">
                <a:solidFill>
                  <a:srgbClr val="FFFFFF"/>
                </a:solidFill>
              </a:rPr>
              <a:t>Brazilian E-Commerce Customer Analytics &amp; Retention Dashboard</a:t>
            </a:r>
            <a:endParaRPr lang="en-GB" dirty="0"/>
          </a:p>
          <a:p>
            <a:pPr algn="l"/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85B8E7-BBE2-1103-C41C-AE91423EF387}"/>
              </a:ext>
            </a:extLst>
          </p:cNvPr>
          <p:cNvSpPr txBox="1"/>
          <p:nvPr/>
        </p:nvSpPr>
        <p:spPr>
          <a:xfrm>
            <a:off x="9248383" y="892480"/>
            <a:ext cx="2943617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solidFill>
                  <a:schemeClr val="accent1">
                    <a:lumMod val="76000"/>
                  </a:schemeClr>
                </a:solidFill>
              </a:rPr>
              <a:t>Tools</a:t>
            </a:r>
            <a:endParaRPr lang="en-US" dirty="0">
              <a:solidFill>
                <a:schemeClr val="accent1">
                  <a:lumMod val="76000"/>
                </a:schemeClr>
              </a:solidFill>
            </a:endParaRPr>
          </a:p>
          <a:p>
            <a:r>
              <a:rPr lang="en-US" dirty="0">
                <a:solidFill>
                  <a:schemeClr val="accent1">
                    <a:lumMod val="76000"/>
                  </a:schemeClr>
                </a:solidFill>
              </a:rPr>
              <a:t>Power BI | DAX | Power Query</a:t>
            </a:r>
          </a:p>
          <a:p>
            <a:br>
              <a:rPr lang="en-US" dirty="0">
                <a:solidFill>
                  <a:schemeClr val="accent1">
                    <a:lumMod val="76000"/>
                  </a:schemeClr>
                </a:solidFill>
              </a:rPr>
            </a:br>
            <a:r>
              <a:rPr lang="en-US" b="1" dirty="0">
                <a:solidFill>
                  <a:schemeClr val="accent1">
                    <a:lumMod val="76000"/>
                  </a:schemeClr>
                </a:solidFill>
              </a:rPr>
              <a:t>Dataset</a:t>
            </a:r>
            <a:endParaRPr lang="en-US" dirty="0">
              <a:solidFill>
                <a:schemeClr val="accent1">
                  <a:lumMod val="76000"/>
                </a:schemeClr>
              </a:solidFill>
            </a:endParaRPr>
          </a:p>
          <a:p>
            <a:r>
              <a:rPr lang="en-US" dirty="0">
                <a:solidFill>
                  <a:schemeClr val="accent1">
                    <a:lumMod val="76000"/>
                  </a:schemeClr>
                </a:solidFill>
              </a:rPr>
              <a:t>Brazilian E-Commerce Public Dataset — </a:t>
            </a:r>
            <a:r>
              <a:rPr lang="en-US" dirty="0" err="1">
                <a:solidFill>
                  <a:schemeClr val="accent1">
                    <a:lumMod val="76000"/>
                  </a:schemeClr>
                </a:solidFill>
              </a:rPr>
              <a:t>Olist</a:t>
            </a:r>
          </a:p>
          <a:p>
            <a:br>
              <a:rPr lang="en-US" dirty="0">
                <a:solidFill>
                  <a:schemeClr val="accent1">
                    <a:lumMod val="76000"/>
                  </a:schemeClr>
                </a:solidFill>
              </a:rPr>
            </a:br>
            <a:r>
              <a:rPr lang="en-US" b="1" dirty="0">
                <a:solidFill>
                  <a:schemeClr val="accent1">
                    <a:lumMod val="76000"/>
                  </a:schemeClr>
                </a:solidFill>
                <a:ea typeface="+mn-lt"/>
                <a:cs typeface="+mn-lt"/>
              </a:rPr>
              <a:t>PROJECT</a:t>
            </a:r>
            <a:endParaRPr lang="en-US" dirty="0">
              <a:solidFill>
                <a:schemeClr val="accent1">
                  <a:lumMod val="76000"/>
                </a:schemeClr>
              </a:solidFill>
            </a:endParaRPr>
          </a:p>
          <a:p>
            <a:r>
              <a:rPr lang="en-US" dirty="0">
                <a:solidFill>
                  <a:schemeClr val="accent1">
                    <a:lumMod val="76000"/>
                  </a:schemeClr>
                </a:solidFill>
                <a:ea typeface="+mn-lt"/>
                <a:cs typeface="+mn-lt"/>
              </a:rPr>
              <a:t>Customer 360 Intelligence</a:t>
            </a:r>
            <a:endParaRPr lang="en-US">
              <a:solidFill>
                <a:schemeClr val="accent1">
                  <a:lumMod val="76000"/>
                </a:schemeClr>
              </a:solidFill>
            </a:endParaRPr>
          </a:p>
          <a:p>
            <a:r>
              <a:rPr lang="en-US" dirty="0">
                <a:solidFill>
                  <a:schemeClr val="accent1">
                    <a:lumMod val="76000"/>
                  </a:schemeClr>
                </a:solidFill>
                <a:ea typeface="+mn-lt"/>
                <a:cs typeface="+mn-lt"/>
              </a:rPr>
              <a:t>Portfolio Project • 2026</a:t>
            </a:r>
          </a:p>
          <a:p>
            <a:pPr algn="ctr"/>
            <a:endParaRPr lang="en-GB">
              <a:solidFill>
                <a:srgbClr val="00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315220D-73E0-F9D4-1384-56FCDB2CD2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21" y="1716779"/>
            <a:ext cx="8601206" cy="4134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4B338-F672-6487-28A4-64520A1880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35" y="-152483"/>
            <a:ext cx="12179473" cy="917072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chemeClr val="accent1">
                    <a:lumMod val="76000"/>
                  </a:schemeClr>
                </a:solidFill>
                <a:latin typeface="Aptos Narrow"/>
                <a:ea typeface="+mj-lt"/>
                <a:cs typeface="+mj-lt"/>
              </a:rPr>
              <a:t>BUSINESS PROBLEM &amp; OBJECTIVES</a:t>
            </a:r>
            <a:endParaRPr lang="en-US" sz="3600">
              <a:solidFill>
                <a:schemeClr val="accent1">
                  <a:lumMod val="76000"/>
                </a:schemeClr>
              </a:solidFill>
              <a:latin typeface="Aptos Narrow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8EB076-CFF0-3CFD-1CE6-CC553E6EA7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88" y="766302"/>
            <a:ext cx="9100159" cy="945714"/>
          </a:xfrm>
        </p:spPr>
        <p:txBody>
          <a:bodyPr>
            <a:normAutofit/>
          </a:bodyPr>
          <a:lstStyle/>
          <a:p>
            <a:r>
              <a:rPr lang="en-GB" dirty="0">
                <a:latin typeface="Angsana New"/>
                <a:ea typeface="+mn-lt"/>
                <a:cs typeface="Angsana New"/>
              </a:rPr>
              <a:t>The business needs a clear view of customer and sales performance to understand what drives revenue, why customers do not return, and where retention opportunities exist.</a:t>
            </a:r>
            <a:endParaRPr lang="en-US">
              <a:latin typeface="Angsana New"/>
              <a:cs typeface="Angsana New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19A9F0-FE9D-105E-CDE9-BD0CAB7E3B3F}"/>
              </a:ext>
            </a:extLst>
          </p:cNvPr>
          <p:cNvSpPr txBox="1"/>
          <p:nvPr/>
        </p:nvSpPr>
        <p:spPr>
          <a:xfrm>
            <a:off x="9461119" y="1011566"/>
            <a:ext cx="2725023" cy="46166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400" b="1" dirty="0">
                <a:solidFill>
                  <a:schemeClr val="accent1">
                    <a:lumMod val="76000"/>
                  </a:schemeClr>
                </a:solidFill>
              </a:rPr>
              <a:t>Objectives</a:t>
            </a:r>
            <a:endParaRPr lang="en-US" sz="1400" b="1">
              <a:solidFill>
                <a:schemeClr val="accent1">
                  <a:lumMod val="76000"/>
                </a:schemeClr>
              </a:solidFill>
            </a:endParaRPr>
          </a:p>
          <a:p>
            <a:r>
              <a:rPr lang="en-GB" sz="1400" b="1" dirty="0">
                <a:solidFill>
                  <a:schemeClr val="accent1">
                    <a:lumMod val="76000"/>
                  </a:schemeClr>
                </a:solidFill>
                <a:ea typeface="+mn-lt"/>
                <a:cs typeface="+mn-lt"/>
              </a:rPr>
              <a:t>01 — Sales Performance</a:t>
            </a:r>
            <a:br>
              <a:rPr lang="en-GB" sz="1400" dirty="0">
                <a:ea typeface="+mn-lt"/>
                <a:cs typeface="+mn-lt"/>
              </a:rPr>
            </a:br>
            <a:r>
              <a:rPr lang="en-GB" sz="1400" dirty="0">
                <a:solidFill>
                  <a:schemeClr val="accent1">
                    <a:lumMod val="76000"/>
                  </a:schemeClr>
                </a:solidFill>
                <a:ea typeface="+mn-lt"/>
                <a:cs typeface="+mn-lt"/>
              </a:rPr>
              <a:t> Track revenue, orders, products, and state-wise performance.</a:t>
            </a:r>
            <a:endParaRPr lang="en-GB" sz="1400" dirty="0">
              <a:solidFill>
                <a:schemeClr val="accent1">
                  <a:lumMod val="76000"/>
                </a:schemeClr>
              </a:solidFill>
            </a:endParaRPr>
          </a:p>
          <a:p>
            <a:endParaRPr lang="en-GB" sz="1400" dirty="0">
              <a:solidFill>
                <a:schemeClr val="accent1">
                  <a:lumMod val="76000"/>
                </a:schemeClr>
              </a:solidFill>
              <a:ea typeface="+mn-lt"/>
              <a:cs typeface="+mn-lt"/>
            </a:endParaRPr>
          </a:p>
          <a:p>
            <a:r>
              <a:rPr lang="en-GB" sz="1400" b="1" dirty="0">
                <a:solidFill>
                  <a:schemeClr val="accent1">
                    <a:lumMod val="76000"/>
                  </a:schemeClr>
                </a:solidFill>
                <a:ea typeface="+mn-lt"/>
                <a:cs typeface="+mn-lt"/>
              </a:rPr>
              <a:t>02 — Customer Behaviour</a:t>
            </a:r>
            <a:br>
              <a:rPr lang="en-GB" sz="1400" dirty="0">
                <a:ea typeface="+mn-lt"/>
                <a:cs typeface="+mn-lt"/>
              </a:rPr>
            </a:br>
            <a:r>
              <a:rPr lang="en-GB" sz="1400" dirty="0">
                <a:solidFill>
                  <a:schemeClr val="accent1">
                    <a:lumMod val="76000"/>
                  </a:schemeClr>
                </a:solidFill>
                <a:ea typeface="+mn-lt"/>
                <a:cs typeface="+mn-lt"/>
              </a:rPr>
              <a:t> Understand one-time vs repeat purchasing patterns.</a:t>
            </a:r>
            <a:endParaRPr lang="en-GB" sz="1400" dirty="0">
              <a:solidFill>
                <a:schemeClr val="accent1">
                  <a:lumMod val="76000"/>
                </a:schemeClr>
              </a:solidFill>
            </a:endParaRPr>
          </a:p>
          <a:p>
            <a:endParaRPr lang="en-GB" sz="1400" dirty="0">
              <a:solidFill>
                <a:schemeClr val="accent1">
                  <a:lumMod val="76000"/>
                </a:schemeClr>
              </a:solidFill>
              <a:ea typeface="+mn-lt"/>
              <a:cs typeface="+mn-lt"/>
            </a:endParaRPr>
          </a:p>
          <a:p>
            <a:r>
              <a:rPr lang="en-GB" sz="1400" b="1" dirty="0">
                <a:solidFill>
                  <a:schemeClr val="accent1">
                    <a:lumMod val="76000"/>
                  </a:schemeClr>
                </a:solidFill>
                <a:ea typeface="+mn-lt"/>
                <a:cs typeface="+mn-lt"/>
              </a:rPr>
              <a:t>03 — Customer Retention</a:t>
            </a:r>
            <a:br>
              <a:rPr lang="en-GB" sz="1400" dirty="0">
                <a:ea typeface="+mn-lt"/>
                <a:cs typeface="+mn-lt"/>
              </a:rPr>
            </a:br>
            <a:r>
              <a:rPr lang="en-GB" sz="1400" dirty="0">
                <a:solidFill>
                  <a:schemeClr val="accent1">
                    <a:lumMod val="76000"/>
                  </a:schemeClr>
                </a:solidFill>
                <a:ea typeface="+mn-lt"/>
                <a:cs typeface="+mn-lt"/>
              </a:rPr>
              <a:t> Identify churned customers and revenue at risk.</a:t>
            </a:r>
          </a:p>
          <a:p>
            <a:endParaRPr lang="en-GB" sz="1400" dirty="0">
              <a:solidFill>
                <a:schemeClr val="accent1">
                  <a:lumMod val="76000"/>
                </a:schemeClr>
              </a:solidFill>
            </a:endParaRPr>
          </a:p>
          <a:p>
            <a:r>
              <a:rPr lang="en-GB" sz="1400" b="1" dirty="0">
                <a:solidFill>
                  <a:schemeClr val="accent1">
                    <a:lumMod val="76000"/>
                  </a:schemeClr>
                </a:solidFill>
                <a:ea typeface="+mn-lt"/>
                <a:cs typeface="+mn-lt"/>
              </a:rPr>
              <a:t>04 — Customer Satisfaction</a:t>
            </a:r>
            <a:br>
              <a:rPr lang="en-GB" sz="1400" dirty="0">
                <a:ea typeface="+mn-lt"/>
                <a:cs typeface="+mn-lt"/>
              </a:rPr>
            </a:br>
            <a:r>
              <a:rPr lang="en-GB" sz="1400" dirty="0">
                <a:solidFill>
                  <a:schemeClr val="accent1">
                    <a:lumMod val="76000"/>
                  </a:schemeClr>
                </a:solidFill>
                <a:ea typeface="+mn-lt"/>
                <a:cs typeface="+mn-lt"/>
              </a:rPr>
              <a:t> Analyse reviews, satisfaction levels, categories, and sellers.</a:t>
            </a:r>
            <a:endParaRPr lang="en-GB" sz="1400" dirty="0">
              <a:solidFill>
                <a:schemeClr val="accent1">
                  <a:lumMod val="76000"/>
                </a:schemeClr>
              </a:solidFill>
            </a:endParaRPr>
          </a:p>
          <a:p>
            <a:endParaRPr lang="en-GB" sz="1400" dirty="0">
              <a:solidFill>
                <a:schemeClr val="accent1">
                  <a:lumMod val="76000"/>
                </a:schemeClr>
              </a:solidFill>
              <a:ea typeface="+mn-lt"/>
              <a:cs typeface="+mn-lt"/>
            </a:endParaRPr>
          </a:p>
          <a:p>
            <a:r>
              <a:rPr lang="en-GB" sz="1400" b="1" dirty="0">
                <a:solidFill>
                  <a:schemeClr val="accent1">
                    <a:lumMod val="76000"/>
                  </a:schemeClr>
                </a:solidFill>
                <a:ea typeface="+mn-lt"/>
                <a:cs typeface="+mn-lt"/>
              </a:rPr>
              <a:t>05 — Growth Opportunities</a:t>
            </a:r>
            <a:br>
              <a:rPr lang="en-GB" sz="1400" dirty="0">
                <a:ea typeface="+mn-lt"/>
                <a:cs typeface="+mn-lt"/>
              </a:rPr>
            </a:br>
            <a:r>
              <a:rPr lang="en-GB" sz="1400" dirty="0">
                <a:solidFill>
                  <a:schemeClr val="accent1">
                    <a:lumMod val="76000"/>
                  </a:schemeClr>
                </a:solidFill>
                <a:ea typeface="+mn-lt"/>
                <a:cs typeface="+mn-lt"/>
              </a:rPr>
              <a:t> Identify high-value customers and repeat-purchase opportunities.</a:t>
            </a:r>
          </a:p>
          <a:p>
            <a:pPr algn="l"/>
            <a:endParaRPr lang="en-GB" sz="1400" dirty="0">
              <a:solidFill>
                <a:schemeClr val="accent1">
                  <a:lumMod val="76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9878B2-D11D-A6F6-D39C-F262DAAA289F}"/>
              </a:ext>
            </a:extLst>
          </p:cNvPr>
          <p:cNvSpPr txBox="1"/>
          <p:nvPr/>
        </p:nvSpPr>
        <p:spPr>
          <a:xfrm>
            <a:off x="165805" y="5416920"/>
            <a:ext cx="7818811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2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ngsana New"/>
                <a:ea typeface="+mn-lt"/>
                <a:cs typeface="Angsana New"/>
              </a:rPr>
              <a:t>Goal</a:t>
            </a:r>
            <a:r>
              <a:rPr lang="en-GB" sz="2200" dirty="0">
                <a:solidFill>
                  <a:schemeClr val="accent1">
                    <a:lumMod val="20000"/>
                    <a:lumOff val="80000"/>
                  </a:schemeClr>
                </a:solidFill>
                <a:latin typeface="Angsana New"/>
                <a:ea typeface="+mn-lt"/>
                <a:cs typeface="Angsana New"/>
              </a:rPr>
              <a:t>: Turn e-commerce data into actionable business decisions.</a:t>
            </a:r>
            <a:endParaRPr lang="en-US" sz="2200">
              <a:solidFill>
                <a:schemeClr val="accent1">
                  <a:lumMod val="20000"/>
                  <a:lumOff val="80000"/>
                </a:schemeClr>
              </a:solidFill>
              <a:latin typeface="Angsana New"/>
              <a:ea typeface="+mn-lt"/>
              <a:cs typeface="Angsana New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54E598-F275-10B6-E8AC-84CA1BC6E0F6}"/>
              </a:ext>
            </a:extLst>
          </p:cNvPr>
          <p:cNvSpPr txBox="1"/>
          <p:nvPr/>
        </p:nvSpPr>
        <p:spPr>
          <a:xfrm>
            <a:off x="2697290" y="1494707"/>
            <a:ext cx="3533472" cy="7844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2200" dirty="0">
                <a:solidFill>
                  <a:schemeClr val="accent1">
                    <a:lumMod val="20000"/>
                    <a:lumOff val="80000"/>
                  </a:schemeClr>
                </a:solidFill>
                <a:latin typeface="Angsana New"/>
                <a:ea typeface="+mn-lt"/>
                <a:cs typeface="Angsana New"/>
              </a:rPr>
              <a:t>DATA</a:t>
            </a:r>
            <a:br>
              <a:rPr lang="en-GB" sz="2200" dirty="0">
                <a:solidFill>
                  <a:schemeClr val="accent1">
                    <a:lumMod val="20000"/>
                    <a:lumOff val="80000"/>
                  </a:schemeClr>
                </a:solidFill>
                <a:latin typeface="Angsana New"/>
                <a:ea typeface="+mn-lt"/>
                <a:cs typeface="Angsana New"/>
              </a:rPr>
            </a:br>
            <a:r>
              <a:rPr lang="en-GB" sz="2200" dirty="0">
                <a:solidFill>
                  <a:schemeClr val="accent1">
                    <a:lumMod val="20000"/>
                    <a:lumOff val="80000"/>
                  </a:schemeClr>
                </a:solidFill>
                <a:latin typeface="Angsana New"/>
                <a:ea typeface="+mn-lt"/>
                <a:cs typeface="Angsana New"/>
              </a:rPr>
              <a:t> Sales • Customers • Payments • Reviews</a:t>
            </a:r>
            <a:endParaRPr lang="en-US" sz="2200" dirty="0">
              <a:solidFill>
                <a:schemeClr val="accent1">
                  <a:lumMod val="20000"/>
                  <a:lumOff val="80000"/>
                </a:schemeClr>
              </a:solidFill>
              <a:latin typeface="Angsana New"/>
              <a:ea typeface="+mn-lt"/>
              <a:cs typeface="Angsana New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03959E-973B-8380-21D6-6BC84560DACA}"/>
              </a:ext>
            </a:extLst>
          </p:cNvPr>
          <p:cNvSpPr txBox="1"/>
          <p:nvPr/>
        </p:nvSpPr>
        <p:spPr>
          <a:xfrm>
            <a:off x="2561590" y="2444597"/>
            <a:ext cx="3804869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2200" dirty="0">
                <a:solidFill>
                  <a:schemeClr val="accent1">
                    <a:lumMod val="20000"/>
                    <a:lumOff val="80000"/>
                  </a:schemeClr>
                </a:solidFill>
                <a:latin typeface="Angsana New"/>
                <a:ea typeface="+mn-lt"/>
                <a:cs typeface="Angsana New"/>
              </a:rPr>
              <a:t>ANALYSIS</a:t>
            </a:r>
            <a:endParaRPr lang="en-US" sz="2200" dirty="0">
              <a:solidFill>
                <a:schemeClr val="accent1">
                  <a:lumMod val="20000"/>
                  <a:lumOff val="80000"/>
                </a:schemeClr>
              </a:solidFill>
              <a:latin typeface="Angsana New"/>
              <a:ea typeface="+mn-lt"/>
              <a:cs typeface="Angsana New"/>
            </a:endParaRPr>
          </a:p>
          <a:p>
            <a:pPr algn="ctr"/>
            <a:r>
              <a:rPr lang="en-GB" sz="2200" dirty="0">
                <a:solidFill>
                  <a:schemeClr val="accent1">
                    <a:lumMod val="20000"/>
                    <a:lumOff val="80000"/>
                  </a:schemeClr>
                </a:solidFill>
                <a:latin typeface="Angsana New"/>
                <a:ea typeface="+mn-lt"/>
                <a:cs typeface="Angsana New"/>
              </a:rPr>
              <a:t>Customer Behaviour • Churn • Satisfaction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6F4F68-2C12-65AA-2B5E-E6A63BECD781}"/>
              </a:ext>
            </a:extLst>
          </p:cNvPr>
          <p:cNvSpPr txBox="1"/>
          <p:nvPr/>
        </p:nvSpPr>
        <p:spPr>
          <a:xfrm>
            <a:off x="2561590" y="3425803"/>
            <a:ext cx="3804869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200" dirty="0">
                <a:solidFill>
                  <a:schemeClr val="accent1">
                    <a:lumMod val="20000"/>
                    <a:lumOff val="80000"/>
                  </a:schemeClr>
                </a:solidFill>
                <a:latin typeface="Angsana New"/>
                <a:ea typeface="+mn-lt"/>
                <a:cs typeface="Angsana New"/>
              </a:rPr>
              <a:t>INSIGHTS</a:t>
            </a:r>
          </a:p>
          <a:p>
            <a:pPr algn="ctr"/>
            <a:r>
              <a:rPr lang="en-US" sz="2200" dirty="0">
                <a:solidFill>
                  <a:schemeClr val="accent1">
                    <a:lumMod val="20000"/>
                    <a:lumOff val="80000"/>
                  </a:schemeClr>
                </a:solidFill>
                <a:latin typeface="Angsana New"/>
                <a:ea typeface="+mn-lt"/>
                <a:cs typeface="Angsana New"/>
              </a:rPr>
              <a:t>Revenue Drivers • Retention • Opportunities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94F4E0-413E-61AA-9CE1-351753DA9B18}"/>
              </a:ext>
            </a:extLst>
          </p:cNvPr>
          <p:cNvSpPr txBox="1"/>
          <p:nvPr/>
        </p:nvSpPr>
        <p:spPr>
          <a:xfrm>
            <a:off x="2645097" y="4511393"/>
            <a:ext cx="3804869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200" dirty="0">
                <a:solidFill>
                  <a:schemeClr val="accent1">
                    <a:lumMod val="20000"/>
                    <a:lumOff val="80000"/>
                  </a:schemeClr>
                </a:solidFill>
                <a:latin typeface="Angsana New"/>
                <a:ea typeface="+mn-lt"/>
                <a:cs typeface="Angsana New"/>
              </a:rPr>
              <a:t>ACTION</a:t>
            </a:r>
          </a:p>
          <a:p>
            <a:pPr algn="ctr"/>
            <a:r>
              <a:rPr lang="en-US" sz="2200" dirty="0">
                <a:solidFill>
                  <a:schemeClr val="accent1">
                    <a:lumMod val="20000"/>
                    <a:lumOff val="80000"/>
                  </a:schemeClr>
                </a:solidFill>
                <a:latin typeface="Angsana New"/>
                <a:ea typeface="+mn-lt"/>
                <a:cs typeface="Angsana New"/>
              </a:rPr>
              <a:t>Target • Retain • Grow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824D324-C62F-7D1B-975A-2736BFE4BB9E}"/>
              </a:ext>
            </a:extLst>
          </p:cNvPr>
          <p:cNvCxnSpPr/>
          <p:nvPr/>
        </p:nvCxnSpPr>
        <p:spPr>
          <a:xfrm>
            <a:off x="4489719" y="2179304"/>
            <a:ext cx="8774" cy="38707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EBFE150-662E-0EE7-0B96-89BE177419B4}"/>
              </a:ext>
            </a:extLst>
          </p:cNvPr>
          <p:cNvCxnSpPr>
            <a:cxnSpLocks/>
          </p:cNvCxnSpPr>
          <p:nvPr/>
        </p:nvCxnSpPr>
        <p:spPr>
          <a:xfrm flipH="1">
            <a:off x="4488054" y="3066563"/>
            <a:ext cx="12102" cy="36620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487FFAE-957A-01C1-BB8B-1873BA67751F}"/>
              </a:ext>
            </a:extLst>
          </p:cNvPr>
          <p:cNvCxnSpPr>
            <a:cxnSpLocks/>
          </p:cNvCxnSpPr>
          <p:nvPr/>
        </p:nvCxnSpPr>
        <p:spPr>
          <a:xfrm flipH="1">
            <a:off x="4488054" y="4141713"/>
            <a:ext cx="12102" cy="36620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30789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7F025-8ADB-E2F8-2B1A-97A588419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28AE7-B4CB-0FB9-95CF-D5691D4D38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35" y="-152483"/>
            <a:ext cx="12179473" cy="917072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chemeClr val="accent1">
                    <a:lumMod val="76000"/>
                  </a:schemeClr>
                </a:solidFill>
                <a:latin typeface="Corbel"/>
                <a:ea typeface="+mj-lt"/>
                <a:cs typeface="+mj-lt"/>
              </a:rPr>
              <a:t>DATA</a:t>
            </a:r>
            <a:r>
              <a:rPr lang="en-GB" sz="3600" dirty="0">
                <a:solidFill>
                  <a:schemeClr val="accent1">
                    <a:lumMod val="76000"/>
                  </a:schemeClr>
                </a:solidFill>
                <a:ea typeface="+mj-lt"/>
                <a:cs typeface="+mj-lt"/>
              </a:rPr>
              <a:t> &amp; DATA MODEL</a:t>
            </a:r>
            <a:endParaRPr lang="en-US" sz="3600" dirty="0">
              <a:solidFill>
                <a:schemeClr val="accent1">
                  <a:lumMod val="76000"/>
                </a:schemeClr>
              </a:solidFill>
              <a:latin typeface="Aptos Narrow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1C4A2C-12F8-120C-B0CD-12FDAE9C97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88" y="766302"/>
            <a:ext cx="5290160" cy="2052180"/>
          </a:xfrm>
        </p:spPr>
        <p:txBody>
          <a:bodyPr>
            <a:normAutofit fontScale="62500" lnSpcReduction="20000"/>
          </a:bodyPr>
          <a:lstStyle/>
          <a:p>
            <a:r>
              <a:rPr lang="en-GB" b="1" dirty="0">
                <a:latin typeface="Corbel"/>
                <a:ea typeface="+mn-lt"/>
                <a:cs typeface="Angsana New"/>
              </a:rPr>
              <a:t>DATASET</a:t>
            </a:r>
            <a:endParaRPr lang="en-US" dirty="0">
              <a:latin typeface="Angsana New"/>
              <a:ea typeface="+mn-lt"/>
              <a:cs typeface="Angsana New"/>
            </a:endParaRPr>
          </a:p>
          <a:p>
            <a:r>
              <a:rPr lang="en-GB" b="1" dirty="0">
                <a:ea typeface="+mn-lt"/>
                <a:cs typeface="+mn-lt"/>
              </a:rPr>
              <a:t>Brazilian E-Commerce Public Dataset — </a:t>
            </a:r>
            <a:r>
              <a:rPr lang="en-GB" b="1" dirty="0" err="1">
                <a:ea typeface="+mn-lt"/>
                <a:cs typeface="+mn-lt"/>
              </a:rPr>
              <a:t>Olist</a:t>
            </a:r>
            <a:endParaRPr lang="en-GB" dirty="0" err="1"/>
          </a:p>
          <a:p>
            <a:pPr marL="342900" indent="-342900">
              <a:buFont typeface="Arial"/>
              <a:buChar char="•"/>
            </a:pPr>
            <a:r>
              <a:rPr lang="en-GB" dirty="0">
                <a:ea typeface="+mn-lt"/>
                <a:cs typeface="+mn-lt"/>
              </a:rPr>
              <a:t>100K Orders </a:t>
            </a:r>
            <a:endParaRPr lang="en-GB" dirty="0"/>
          </a:p>
          <a:p>
            <a:pPr marL="342900" indent="-342900">
              <a:buFont typeface="Arial"/>
              <a:buChar char="•"/>
            </a:pPr>
            <a:r>
              <a:rPr lang="en-GB" dirty="0">
                <a:ea typeface="+mn-lt"/>
                <a:cs typeface="+mn-lt"/>
              </a:rPr>
              <a:t>99K Customers </a:t>
            </a:r>
          </a:p>
          <a:p>
            <a:pPr marL="342900" indent="-342900">
              <a:buFont typeface="Arial"/>
              <a:buChar char="•"/>
            </a:pPr>
            <a:r>
              <a:rPr lang="en-GB" dirty="0">
                <a:ea typeface="+mn-lt"/>
                <a:cs typeface="+mn-lt"/>
              </a:rPr>
              <a:t>113K Products Sold </a:t>
            </a:r>
            <a:endParaRPr lang="en-GB" dirty="0"/>
          </a:p>
          <a:p>
            <a:pPr marL="342900" indent="-342900">
              <a:buFont typeface="Arial"/>
              <a:buChar char="•"/>
            </a:pPr>
            <a:r>
              <a:rPr lang="en-GB" dirty="0">
                <a:ea typeface="+mn-lt"/>
                <a:cs typeface="+mn-lt"/>
              </a:rPr>
              <a:t>98K Reviews </a:t>
            </a:r>
            <a:endParaRPr lang="en-GB" dirty="0"/>
          </a:p>
          <a:p>
            <a:pPr marL="285750" indent="-285750">
              <a:buFont typeface="Arial" pitchFamily="18" charset="2"/>
              <a:buChar char="•"/>
            </a:pPr>
            <a:r>
              <a:rPr lang="en-GB" b="1" dirty="0">
                <a:ea typeface="+mn-lt"/>
                <a:cs typeface="+mn-lt"/>
              </a:rPr>
              <a:t>Sales • Customers • Payments • Products • Reviews</a:t>
            </a:r>
            <a:endParaRPr lang="en-GB" dirty="0"/>
          </a:p>
          <a:p>
            <a:endParaRPr lang="en-GB" dirty="0">
              <a:latin typeface="Angsana New"/>
              <a:cs typeface="Angsana New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F16E52-0806-CBE4-836C-2FD5F8FB7856}"/>
              </a:ext>
            </a:extLst>
          </p:cNvPr>
          <p:cNvSpPr txBox="1"/>
          <p:nvPr/>
        </p:nvSpPr>
        <p:spPr>
          <a:xfrm>
            <a:off x="9461119" y="1011566"/>
            <a:ext cx="2725023" cy="264687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400" b="1" dirty="0">
                <a:solidFill>
                  <a:schemeClr val="accent1">
                    <a:lumMod val="76000"/>
                  </a:schemeClr>
                </a:solidFill>
              </a:rPr>
              <a:t>TOOLS</a:t>
            </a:r>
            <a:endParaRPr lang="en-US" sz="1400" b="1" dirty="0">
              <a:solidFill>
                <a:schemeClr val="accent1">
                  <a:lumMod val="76000"/>
                </a:schemeClr>
              </a:solidFill>
            </a:endParaRPr>
          </a:p>
          <a:p>
            <a:endParaRPr lang="en-GB"/>
          </a:p>
          <a:p>
            <a:r>
              <a:rPr lang="en-GB" sz="1400" b="1" dirty="0">
                <a:solidFill>
                  <a:schemeClr val="accent1">
                    <a:lumMod val="76000"/>
                  </a:schemeClr>
                </a:solidFill>
                <a:ea typeface="+mn-lt"/>
                <a:cs typeface="+mn-lt"/>
              </a:rPr>
              <a:t>Power BI</a:t>
            </a:r>
            <a:endParaRPr lang="en-GB" b="1" dirty="0">
              <a:solidFill>
                <a:schemeClr val="accent1">
                  <a:lumMod val="76000"/>
                </a:schemeClr>
              </a:solidFill>
            </a:endParaRPr>
          </a:p>
          <a:p>
            <a:r>
              <a:rPr lang="en-GB" sz="1400" dirty="0">
                <a:solidFill>
                  <a:schemeClr val="accent1">
                    <a:lumMod val="76000"/>
                  </a:schemeClr>
                </a:solidFill>
                <a:ea typeface="+mn-lt"/>
                <a:cs typeface="+mn-lt"/>
              </a:rPr>
              <a:t>Dashboard &amp; visualization</a:t>
            </a:r>
            <a:endParaRPr lang="en-GB" dirty="0">
              <a:solidFill>
                <a:schemeClr val="accent1">
                  <a:lumMod val="76000"/>
                </a:schemeClr>
              </a:solidFill>
            </a:endParaRPr>
          </a:p>
          <a:p>
            <a:endParaRPr lang="en-GB"/>
          </a:p>
          <a:p>
            <a:r>
              <a:rPr lang="en-GB" sz="1400" b="1" dirty="0">
                <a:solidFill>
                  <a:schemeClr val="accent1">
                    <a:lumMod val="76000"/>
                  </a:schemeClr>
                </a:solidFill>
                <a:ea typeface="+mn-lt"/>
                <a:cs typeface="+mn-lt"/>
              </a:rPr>
              <a:t>Power Query</a:t>
            </a:r>
            <a:endParaRPr lang="en-GB" b="1" dirty="0">
              <a:solidFill>
                <a:schemeClr val="accent1">
                  <a:lumMod val="76000"/>
                </a:schemeClr>
              </a:solidFill>
            </a:endParaRPr>
          </a:p>
          <a:p>
            <a:r>
              <a:rPr lang="en-GB" sz="1400" dirty="0">
                <a:solidFill>
                  <a:schemeClr val="accent1">
                    <a:lumMod val="76000"/>
                  </a:schemeClr>
                </a:solidFill>
                <a:ea typeface="+mn-lt"/>
                <a:cs typeface="+mn-lt"/>
              </a:rPr>
              <a:t>Data cleaning &amp; transformation</a:t>
            </a:r>
            <a:endParaRPr lang="en-GB" dirty="0">
              <a:solidFill>
                <a:schemeClr val="accent1">
                  <a:lumMod val="76000"/>
                </a:schemeClr>
              </a:solidFill>
            </a:endParaRPr>
          </a:p>
          <a:p>
            <a:endParaRPr lang="en-GB"/>
          </a:p>
          <a:p>
            <a:r>
              <a:rPr lang="en-GB" sz="1400" b="1" dirty="0">
                <a:solidFill>
                  <a:schemeClr val="accent1">
                    <a:lumMod val="76000"/>
                  </a:schemeClr>
                </a:solidFill>
                <a:ea typeface="+mn-lt"/>
                <a:cs typeface="+mn-lt"/>
              </a:rPr>
              <a:t>DAX</a:t>
            </a:r>
            <a:endParaRPr lang="en-GB" b="1" dirty="0">
              <a:solidFill>
                <a:schemeClr val="accent1">
                  <a:lumMod val="76000"/>
                </a:schemeClr>
              </a:solidFill>
            </a:endParaRPr>
          </a:p>
          <a:p>
            <a:r>
              <a:rPr lang="en-GB" sz="1400" dirty="0">
                <a:solidFill>
                  <a:schemeClr val="accent1">
                    <a:lumMod val="76000"/>
                  </a:schemeClr>
                </a:solidFill>
                <a:ea typeface="+mn-lt"/>
                <a:cs typeface="+mn-lt"/>
              </a:rPr>
              <a:t>Measures &amp; customer analytics</a:t>
            </a:r>
            <a:endParaRPr lang="en-GB" dirty="0">
              <a:solidFill>
                <a:schemeClr val="accent1">
                  <a:lumMod val="76000"/>
                </a:schemeClr>
              </a:solidFill>
            </a:endParaRPr>
          </a:p>
          <a:p>
            <a:pPr algn="l"/>
            <a:endParaRPr lang="en-GB" sz="1400" dirty="0">
              <a:solidFill>
                <a:schemeClr val="accent1">
                  <a:lumMod val="76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4C3DFA-1689-F451-C1E6-FFAD75B159CA}"/>
              </a:ext>
            </a:extLst>
          </p:cNvPr>
          <p:cNvSpPr txBox="1"/>
          <p:nvPr/>
        </p:nvSpPr>
        <p:spPr>
          <a:xfrm>
            <a:off x="9231" y="5625687"/>
            <a:ext cx="9259303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2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ngsana New"/>
                <a:ea typeface="+mn-lt"/>
                <a:cs typeface="Angsana New"/>
              </a:rPr>
              <a:t>Goal</a:t>
            </a:r>
            <a:r>
              <a:rPr lang="en-GB" sz="2200" dirty="0">
                <a:solidFill>
                  <a:schemeClr val="accent1">
                    <a:lumMod val="20000"/>
                    <a:lumOff val="80000"/>
                  </a:schemeClr>
                </a:solidFill>
                <a:latin typeface="Angsana New"/>
                <a:ea typeface="+mn-lt"/>
                <a:cs typeface="Angsana New"/>
              </a:rPr>
              <a:t>: </a:t>
            </a:r>
            <a:r>
              <a:rPr lang="en-GB" sz="2000" dirty="0">
                <a:solidFill>
                  <a:schemeClr val="accent1">
                    <a:lumMod val="20000"/>
                    <a:lumOff val="80000"/>
                  </a:schemeClr>
                </a:solidFill>
                <a:latin typeface="Angsana New"/>
                <a:ea typeface="+mn-lt"/>
                <a:cs typeface="Angsana New"/>
              </a:rPr>
              <a:t>Data was transformed into a connected analytical model to support sales, customer, satisfaction, and retention analysis.</a:t>
            </a:r>
            <a:endParaRPr lang="en-US" sz="2000">
              <a:solidFill>
                <a:schemeClr val="accent1">
                  <a:lumMod val="20000"/>
                  <a:lumOff val="80000"/>
                </a:schemeClr>
              </a:solidFill>
              <a:latin typeface="Angsana New"/>
              <a:ea typeface="+mn-lt"/>
              <a:cs typeface="Angsana New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8022EB-0F0C-6CA8-ACF2-731A7014A0A9}"/>
              </a:ext>
            </a:extLst>
          </p:cNvPr>
          <p:cNvSpPr txBox="1"/>
          <p:nvPr/>
        </p:nvSpPr>
        <p:spPr>
          <a:xfrm>
            <a:off x="2645097" y="2705558"/>
            <a:ext cx="3449965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2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ngsana New"/>
                <a:cs typeface="Angsana New"/>
              </a:rPr>
              <a:t>Customers</a:t>
            </a:r>
          </a:p>
          <a:p>
            <a:pPr algn="ctr"/>
            <a:r>
              <a:rPr lang="en-US" sz="22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ngsana New"/>
                <a:cs typeface="Angsana New"/>
              </a:rPr>
              <a:t>↓</a:t>
            </a:r>
          </a:p>
          <a:p>
            <a:pPr algn="ctr"/>
            <a:r>
              <a:rPr lang="en-US" sz="22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ngsana New"/>
                <a:cs typeface="Angsana New"/>
              </a:rPr>
              <a:t>Orders</a:t>
            </a:r>
          </a:p>
          <a:p>
            <a:pPr algn="ctr"/>
            <a:r>
              <a:rPr lang="en-US" sz="22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ngsana New"/>
                <a:cs typeface="Angsana New"/>
              </a:rPr>
              <a:t>↓</a:t>
            </a:r>
          </a:p>
          <a:p>
            <a:pPr algn="ctr"/>
            <a:r>
              <a:rPr lang="en-US" sz="22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ngsana New"/>
                <a:cs typeface="Angsana New"/>
              </a:rPr>
              <a:t>Order Items → Products / Categories</a:t>
            </a:r>
          </a:p>
          <a:p>
            <a:pPr algn="ctr"/>
            <a:r>
              <a:rPr lang="en-US" sz="22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ngsana New"/>
                <a:cs typeface="Angsana New"/>
              </a:rPr>
              <a:t>↓</a:t>
            </a:r>
          </a:p>
          <a:p>
            <a:pPr algn="ctr"/>
            <a:r>
              <a:rPr lang="en-US" sz="22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ngsana New"/>
                <a:cs typeface="Angsana New"/>
              </a:rPr>
              <a:t>Payments</a:t>
            </a:r>
          </a:p>
          <a:p>
            <a:pPr algn="ctr"/>
            <a:r>
              <a:rPr lang="en-US" sz="22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ngsana New"/>
                <a:cs typeface="Angsana New"/>
              </a:rPr>
              <a:t>↓</a:t>
            </a:r>
          </a:p>
          <a:p>
            <a:pPr algn="ctr"/>
            <a:r>
              <a:rPr lang="en-US" sz="22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ngsana New"/>
                <a:cs typeface="Angsana New"/>
              </a:rPr>
              <a:t>Reviews</a:t>
            </a:r>
          </a:p>
        </p:txBody>
      </p:sp>
    </p:spTree>
    <p:extLst>
      <p:ext uri="{BB962C8B-B14F-4D97-AF65-F5344CB8AC3E}">
        <p14:creationId xmlns:p14="http://schemas.microsoft.com/office/powerpoint/2010/main" val="25851596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9CB98-AE71-4A90-BAD4-80B403154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A21E6-76F1-8B35-9FEC-F2364B02E1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35" y="-152483"/>
            <a:ext cx="12179473" cy="917072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chemeClr val="accent1">
                    <a:lumMod val="76000"/>
                  </a:schemeClr>
                </a:solidFill>
                <a:latin typeface="Corbel"/>
                <a:ea typeface="+mj-lt"/>
                <a:cs typeface="+mj-lt"/>
              </a:rPr>
              <a:t>EXECUTIVE</a:t>
            </a:r>
            <a:r>
              <a:rPr lang="en-GB" sz="3600" dirty="0">
                <a:solidFill>
                  <a:schemeClr val="accent1">
                    <a:lumMod val="76000"/>
                  </a:schemeClr>
                </a:solidFill>
                <a:ea typeface="+mj-lt"/>
                <a:cs typeface="+mj-lt"/>
              </a:rPr>
              <a:t> PERFORMANCE</a:t>
            </a:r>
            <a:endParaRPr lang="en-US" sz="3600" dirty="0">
              <a:solidFill>
                <a:schemeClr val="accent1">
                  <a:lumMod val="76000"/>
                </a:schemeClr>
              </a:solidFill>
              <a:latin typeface="Aptos Narrow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5F3939-AA3E-793A-55E8-6400E79C5786}"/>
              </a:ext>
            </a:extLst>
          </p:cNvPr>
          <p:cNvSpPr txBox="1"/>
          <p:nvPr/>
        </p:nvSpPr>
        <p:spPr>
          <a:xfrm>
            <a:off x="9294106" y="938499"/>
            <a:ext cx="2871160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400" b="1" dirty="0">
                <a:solidFill>
                  <a:schemeClr val="accent1">
                    <a:lumMod val="76000"/>
                  </a:schemeClr>
                </a:solidFill>
                <a:ea typeface="+mn-lt"/>
                <a:cs typeface="+mn-lt"/>
              </a:rPr>
              <a:t>WHAT THIS TELLS US</a:t>
            </a:r>
            <a:endParaRPr lang="en-US" sz="1400" b="1" dirty="0">
              <a:solidFill>
                <a:schemeClr val="accent1">
                  <a:lumMod val="76000"/>
                </a:schemeClr>
              </a:solidFill>
              <a:ea typeface="+mn-lt"/>
              <a:cs typeface="+mn-lt"/>
            </a:endParaRPr>
          </a:p>
          <a:p>
            <a:endParaRPr lang="en-GB"/>
          </a:p>
          <a:p>
            <a:r>
              <a:rPr lang="en-GB" sz="1400" dirty="0">
                <a:solidFill>
                  <a:schemeClr val="accent1">
                    <a:lumMod val="76000"/>
                  </a:schemeClr>
                </a:solidFill>
                <a:ea typeface="+mn-lt"/>
                <a:cs typeface="+mn-lt"/>
              </a:rPr>
              <a:t>Overall business performance is driven by revenue, order volume, customer reach, and regional performance. Monitoring these indicators helps identify growth areas and changes in sales momentum.</a:t>
            </a:r>
            <a:endParaRPr lang="en-GB" b="1" dirty="0">
              <a:solidFill>
                <a:schemeClr val="accent1">
                  <a:lumMod val="76000"/>
                </a:schemeClr>
              </a:solidFill>
            </a:endParaRPr>
          </a:p>
          <a:p>
            <a:pPr algn="l"/>
            <a:endParaRPr lang="en-GB" sz="1400" dirty="0">
              <a:solidFill>
                <a:schemeClr val="accent1">
                  <a:lumMod val="76000"/>
                </a:schemeClr>
              </a:solidFill>
            </a:endParaRP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86C824C5-EC3A-5A35-FD67-21F81C7688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6699" y="912439"/>
            <a:ext cx="1699365" cy="935276"/>
          </a:xfrm>
        </p:spPr>
        <p:txBody>
          <a:bodyPr>
            <a:normAutofit fontScale="70000" lnSpcReduction="20000"/>
          </a:bodyPr>
          <a:lstStyle/>
          <a:p>
            <a:pPr algn="ctr"/>
            <a:r>
              <a:rPr lang="en-GB" sz="2800" b="1" dirty="0">
                <a:latin typeface="Angsana New"/>
                <a:ea typeface="+mn-lt"/>
                <a:cs typeface="Angsana New"/>
              </a:rPr>
              <a:t>TOTAL REVENUE</a:t>
            </a:r>
          </a:p>
          <a:p>
            <a:pPr algn="ctr"/>
            <a:r>
              <a:rPr lang="en-GB" sz="2800" dirty="0">
                <a:latin typeface="Angsana New"/>
                <a:ea typeface="+mn-lt"/>
                <a:cs typeface="Angsana New"/>
              </a:rPr>
              <a:t>16.0M</a:t>
            </a:r>
          </a:p>
        </p:txBody>
      </p:sp>
      <p:sp>
        <p:nvSpPr>
          <p:cNvPr id="12" name="Subtitle 6">
            <a:extLst>
              <a:ext uri="{FF2B5EF4-FFF2-40B4-BE49-F238E27FC236}">
                <a16:creationId xmlns:a16="http://schemas.microsoft.com/office/drawing/2014/main" id="{903A75BB-C821-2E18-6D1F-B7839DB5AA5E}"/>
              </a:ext>
            </a:extLst>
          </p:cNvPr>
          <p:cNvSpPr txBox="1">
            <a:spLocks/>
          </p:cNvSpPr>
          <p:nvPr/>
        </p:nvSpPr>
        <p:spPr>
          <a:xfrm>
            <a:off x="2386020" y="935403"/>
            <a:ext cx="1699365" cy="93527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None/>
              <a:defRPr sz="2200" kern="1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2800" b="1" dirty="0">
                <a:latin typeface="Angsana New"/>
                <a:ea typeface="+mn-lt"/>
                <a:cs typeface="Angsana New"/>
              </a:rPr>
              <a:t>TOTAL ORDERS</a:t>
            </a:r>
            <a:endParaRPr lang="en-US" sz="2800" b="1">
              <a:latin typeface="Angsana New"/>
              <a:ea typeface="+mn-lt"/>
              <a:cs typeface="Angsana New"/>
            </a:endParaRPr>
          </a:p>
          <a:p>
            <a:pPr algn="ctr"/>
            <a:r>
              <a:rPr lang="en-GB" sz="2800" dirty="0">
                <a:latin typeface="Angsana New"/>
                <a:ea typeface="+mn-lt"/>
                <a:cs typeface="Angsana New"/>
              </a:rPr>
              <a:t>99K</a:t>
            </a:r>
          </a:p>
        </p:txBody>
      </p:sp>
      <p:sp>
        <p:nvSpPr>
          <p:cNvPr id="14" name="Subtitle 6">
            <a:extLst>
              <a:ext uri="{FF2B5EF4-FFF2-40B4-BE49-F238E27FC236}">
                <a16:creationId xmlns:a16="http://schemas.microsoft.com/office/drawing/2014/main" id="{7B81704A-34DF-DF34-71E3-A5B95D7C428C}"/>
              </a:ext>
            </a:extLst>
          </p:cNvPr>
          <p:cNvSpPr txBox="1">
            <a:spLocks/>
          </p:cNvSpPr>
          <p:nvPr/>
        </p:nvSpPr>
        <p:spPr>
          <a:xfrm>
            <a:off x="4354695" y="920789"/>
            <a:ext cx="1981200" cy="93527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0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None/>
              <a:defRPr sz="2200" kern="1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2800" b="1" dirty="0">
                <a:latin typeface="Angsana New"/>
                <a:ea typeface="+mn-lt"/>
                <a:cs typeface="Angsana New"/>
              </a:rPr>
              <a:t>TOTAL CUSTOMERS</a:t>
            </a:r>
          </a:p>
          <a:p>
            <a:pPr algn="ctr"/>
            <a:r>
              <a:rPr lang="en-GB" sz="2800" dirty="0">
                <a:latin typeface="Angsana New"/>
                <a:ea typeface="+mn-lt"/>
                <a:cs typeface="Angsana New"/>
              </a:rPr>
              <a:t>96K</a:t>
            </a:r>
          </a:p>
        </p:txBody>
      </p:sp>
      <p:sp>
        <p:nvSpPr>
          <p:cNvPr id="16" name="Subtitle 6">
            <a:extLst>
              <a:ext uri="{FF2B5EF4-FFF2-40B4-BE49-F238E27FC236}">
                <a16:creationId xmlns:a16="http://schemas.microsoft.com/office/drawing/2014/main" id="{3AD1A7EC-FC3D-4AC0-5E2C-EF23CFB2BCBB}"/>
              </a:ext>
            </a:extLst>
          </p:cNvPr>
          <p:cNvSpPr txBox="1">
            <a:spLocks/>
          </p:cNvSpPr>
          <p:nvPr/>
        </p:nvSpPr>
        <p:spPr>
          <a:xfrm>
            <a:off x="6594766" y="927052"/>
            <a:ext cx="2137775" cy="93527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0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None/>
              <a:defRPr sz="2200" kern="1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2800" b="1" dirty="0">
                <a:latin typeface="Angsana New"/>
                <a:ea typeface="+mn-lt"/>
                <a:cs typeface="Angsana New"/>
              </a:rPr>
              <a:t>TOP REVENUE STATE</a:t>
            </a:r>
          </a:p>
          <a:p>
            <a:pPr algn="ctr"/>
            <a:r>
              <a:rPr lang="en-GB" sz="2800" dirty="0">
                <a:latin typeface="Angsana New"/>
                <a:ea typeface="+mn-lt"/>
                <a:cs typeface="Angsana New"/>
              </a:rPr>
              <a:t>Sao Paulo (SP)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A2E2057-B5DE-CBCC-38F1-E7148B23D1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475" y="1855223"/>
            <a:ext cx="8408748" cy="3773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6594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AF093-BF94-E17D-932C-2B9CAC6CB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53B84-9698-55C4-6D3B-1B3A1D94BD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35" y="-152483"/>
            <a:ext cx="12179473" cy="917072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chemeClr val="accent1">
                    <a:lumMod val="76000"/>
                  </a:schemeClr>
                </a:solidFill>
                <a:latin typeface="Corbel"/>
                <a:ea typeface="+mj-lt"/>
                <a:cs typeface="+mj-lt"/>
              </a:rPr>
              <a:t>SALES</a:t>
            </a:r>
            <a:r>
              <a:rPr lang="en-GB" sz="3600" dirty="0">
                <a:solidFill>
                  <a:schemeClr val="accent1">
                    <a:lumMod val="76000"/>
                  </a:schemeClr>
                </a:solidFill>
                <a:ea typeface="+mj-lt"/>
                <a:cs typeface="+mj-lt"/>
              </a:rPr>
              <a:t> &amp; PRODUCT ANALYTICS</a:t>
            </a:r>
            <a:endParaRPr lang="en-US" sz="3600" dirty="0">
              <a:solidFill>
                <a:schemeClr val="accent1">
                  <a:lumMod val="76000"/>
                </a:schemeClr>
              </a:solidFill>
              <a:latin typeface="Aptos Narrow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0A13C3-A86A-6983-2973-9003A0096963}"/>
              </a:ext>
            </a:extLst>
          </p:cNvPr>
          <p:cNvSpPr txBox="1"/>
          <p:nvPr/>
        </p:nvSpPr>
        <p:spPr>
          <a:xfrm>
            <a:off x="9294106" y="938499"/>
            <a:ext cx="2871160" cy="20928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400" b="1" dirty="0">
                <a:solidFill>
                  <a:schemeClr val="accent1">
                    <a:lumMod val="76000"/>
                  </a:schemeClr>
                </a:solidFill>
                <a:ea typeface="+mn-lt"/>
                <a:cs typeface="+mn-lt"/>
              </a:rPr>
              <a:t>WHAT THIS TELLS US</a:t>
            </a:r>
            <a:endParaRPr lang="en-US" sz="1400" b="1" dirty="0">
              <a:solidFill>
                <a:schemeClr val="accent1">
                  <a:lumMod val="76000"/>
                </a:schemeClr>
              </a:solidFill>
              <a:ea typeface="+mn-lt"/>
              <a:cs typeface="+mn-lt"/>
            </a:endParaRPr>
          </a:p>
          <a:p>
            <a:endParaRPr lang="en-GB"/>
          </a:p>
          <a:p>
            <a:r>
              <a:rPr lang="en-GB" sz="1400" dirty="0">
                <a:solidFill>
                  <a:schemeClr val="accent1">
                    <a:lumMod val="76000"/>
                  </a:schemeClr>
                </a:solidFill>
                <a:ea typeface="+mn-lt"/>
                <a:cs typeface="+mn-lt"/>
              </a:rPr>
              <a:t>Sales performance is concentrated among leading products and sellers. Identifying these key contributors helps the business focus on high-performing products and seller relationships.</a:t>
            </a:r>
            <a:endParaRPr lang="en-GB" dirty="0">
              <a:solidFill>
                <a:schemeClr val="accent1">
                  <a:lumMod val="76000"/>
                </a:schemeClr>
              </a:solidFill>
              <a:ea typeface="+mn-lt"/>
              <a:cs typeface="+mn-lt"/>
            </a:endParaRPr>
          </a:p>
          <a:p>
            <a:pPr algn="l"/>
            <a:endParaRPr lang="en-GB" sz="1400" dirty="0">
              <a:solidFill>
                <a:schemeClr val="accent1">
                  <a:lumMod val="76000"/>
                </a:schemeClr>
              </a:solidFill>
            </a:endParaRP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218B2F64-8DE7-8D71-29AB-2CBFF42BBE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26" y="922877"/>
            <a:ext cx="2346542" cy="924838"/>
          </a:xfrm>
        </p:spPr>
        <p:txBody>
          <a:bodyPr>
            <a:normAutofit fontScale="70000" lnSpcReduction="20000"/>
          </a:bodyPr>
          <a:lstStyle/>
          <a:p>
            <a:pPr algn="ctr"/>
            <a:r>
              <a:rPr lang="en-GB" sz="2700" b="1" dirty="0">
                <a:latin typeface="Angsana New"/>
                <a:ea typeface="+mn-lt"/>
                <a:cs typeface="Angsana New"/>
              </a:rPr>
              <a:t>TOP PRODUCT CATEGORY</a:t>
            </a:r>
          </a:p>
          <a:p>
            <a:pPr algn="ctr"/>
            <a:r>
              <a:rPr lang="en-GB" sz="2800" dirty="0">
                <a:latin typeface="Angsana New"/>
                <a:ea typeface="+mn-lt"/>
                <a:cs typeface="Angsana New"/>
              </a:rPr>
              <a:t>Bed bath Table</a:t>
            </a:r>
          </a:p>
        </p:txBody>
      </p:sp>
      <p:sp>
        <p:nvSpPr>
          <p:cNvPr id="12" name="Subtitle 6">
            <a:extLst>
              <a:ext uri="{FF2B5EF4-FFF2-40B4-BE49-F238E27FC236}">
                <a16:creationId xmlns:a16="http://schemas.microsoft.com/office/drawing/2014/main" id="{4958E185-3876-309F-26A5-E578D6628FBC}"/>
              </a:ext>
            </a:extLst>
          </p:cNvPr>
          <p:cNvSpPr txBox="1">
            <a:spLocks/>
          </p:cNvSpPr>
          <p:nvPr/>
        </p:nvSpPr>
        <p:spPr>
          <a:xfrm>
            <a:off x="2386020" y="935403"/>
            <a:ext cx="1699365" cy="93527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0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None/>
              <a:defRPr sz="2200" kern="1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2800" b="1" dirty="0">
                <a:latin typeface="Angsana New"/>
                <a:ea typeface="+mn-lt"/>
                <a:cs typeface="Angsana New"/>
              </a:rPr>
              <a:t>TOTAL </a:t>
            </a:r>
            <a:r>
              <a:rPr lang="en-GB" sz="2900" b="1" dirty="0">
                <a:latin typeface="Angsana New"/>
                <a:ea typeface="+mn-lt"/>
                <a:cs typeface="Angsana New"/>
              </a:rPr>
              <a:t>SELLERS</a:t>
            </a:r>
            <a:endParaRPr lang="en-US" sz="2900" b="1" dirty="0">
              <a:latin typeface="Angsana New"/>
              <a:ea typeface="+mn-lt"/>
              <a:cs typeface="Angsana New"/>
            </a:endParaRPr>
          </a:p>
          <a:p>
            <a:pPr algn="ctr"/>
            <a:r>
              <a:rPr lang="en-GB" sz="2800" dirty="0">
                <a:latin typeface="Angsana New"/>
                <a:ea typeface="+mn-lt"/>
                <a:cs typeface="Angsana New"/>
              </a:rPr>
              <a:t>3K</a:t>
            </a:r>
          </a:p>
        </p:txBody>
      </p:sp>
      <p:sp>
        <p:nvSpPr>
          <p:cNvPr id="14" name="Subtitle 6">
            <a:extLst>
              <a:ext uri="{FF2B5EF4-FFF2-40B4-BE49-F238E27FC236}">
                <a16:creationId xmlns:a16="http://schemas.microsoft.com/office/drawing/2014/main" id="{6289FAFC-9CA9-CC02-B156-9C8E06F57EB0}"/>
              </a:ext>
            </a:extLst>
          </p:cNvPr>
          <p:cNvSpPr txBox="1">
            <a:spLocks/>
          </p:cNvSpPr>
          <p:nvPr/>
        </p:nvSpPr>
        <p:spPr>
          <a:xfrm>
            <a:off x="4354695" y="920789"/>
            <a:ext cx="1981200" cy="93527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0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None/>
              <a:defRPr sz="2200" kern="1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2900" b="1" dirty="0">
                <a:latin typeface="Angsana New"/>
                <a:ea typeface="+mn-lt"/>
                <a:cs typeface="Angsana New"/>
              </a:rPr>
              <a:t>PRODUCT REVENUE</a:t>
            </a:r>
          </a:p>
          <a:p>
            <a:pPr algn="ctr"/>
            <a:r>
              <a:rPr lang="en-GB" sz="2800" dirty="0">
                <a:latin typeface="Angsana New"/>
                <a:ea typeface="+mn-lt"/>
                <a:cs typeface="Angsana New"/>
              </a:rPr>
              <a:t>13.59K</a:t>
            </a:r>
          </a:p>
        </p:txBody>
      </p:sp>
      <p:sp>
        <p:nvSpPr>
          <p:cNvPr id="16" name="Subtitle 6">
            <a:extLst>
              <a:ext uri="{FF2B5EF4-FFF2-40B4-BE49-F238E27FC236}">
                <a16:creationId xmlns:a16="http://schemas.microsoft.com/office/drawing/2014/main" id="{68A48439-233C-6DCC-9D94-D78A1ED25EC1}"/>
              </a:ext>
            </a:extLst>
          </p:cNvPr>
          <p:cNvSpPr txBox="1">
            <a:spLocks/>
          </p:cNvSpPr>
          <p:nvPr/>
        </p:nvSpPr>
        <p:spPr>
          <a:xfrm>
            <a:off x="6344246" y="927052"/>
            <a:ext cx="2388295" cy="79957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None/>
              <a:defRPr sz="2200" kern="1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2900" b="1" dirty="0">
                <a:latin typeface="Angsana New"/>
                <a:ea typeface="+mn-lt"/>
                <a:cs typeface="Angsana New"/>
              </a:rPr>
              <a:t>Total Product Sold </a:t>
            </a:r>
          </a:p>
          <a:p>
            <a:pPr algn="ctr"/>
            <a:r>
              <a:rPr lang="en-GB" sz="2800" dirty="0">
                <a:latin typeface="Angsana New"/>
                <a:ea typeface="+mn-lt"/>
                <a:cs typeface="Angsana New"/>
              </a:rPr>
              <a:t>113K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47C46FE-DFB7-6DA3-027B-C1CFF55649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421" y="2334669"/>
            <a:ext cx="4463050" cy="21991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305FEC3-4FA7-8ECB-3584-7904930D36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1782" y="2346412"/>
            <a:ext cx="4338574" cy="2186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0246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861F4-E501-CBDD-23EC-B5414071F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EA12D-279C-DFA6-EC65-D64DCA33B6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35" y="-152483"/>
            <a:ext cx="12179473" cy="917072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chemeClr val="accent1">
                    <a:lumMod val="76000"/>
                  </a:schemeClr>
                </a:solidFill>
                <a:latin typeface="Corbel"/>
                <a:ea typeface="+mj-lt"/>
                <a:cs typeface="+mj-lt"/>
              </a:rPr>
              <a:t>CUSTOMER</a:t>
            </a:r>
            <a:r>
              <a:rPr lang="en-GB" sz="3600" dirty="0">
                <a:solidFill>
                  <a:schemeClr val="accent1">
                    <a:lumMod val="76000"/>
                  </a:schemeClr>
                </a:solidFill>
                <a:ea typeface="+mj-lt"/>
                <a:cs typeface="+mj-lt"/>
              </a:rPr>
              <a:t> &amp; CHURN ANALYTICS</a:t>
            </a:r>
            <a:endParaRPr lang="en-US" sz="3600" dirty="0">
              <a:solidFill>
                <a:schemeClr val="accent1">
                  <a:lumMod val="76000"/>
                </a:schemeClr>
              </a:solidFill>
              <a:ea typeface="+mj-lt"/>
              <a:cs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B4BB9C-DCC2-AB8F-F857-D9DE821311B0}"/>
              </a:ext>
            </a:extLst>
          </p:cNvPr>
          <p:cNvSpPr txBox="1"/>
          <p:nvPr/>
        </p:nvSpPr>
        <p:spPr>
          <a:xfrm>
            <a:off x="9294106" y="938499"/>
            <a:ext cx="2871160" cy="187743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400" b="1" dirty="0">
                <a:solidFill>
                  <a:schemeClr val="accent1">
                    <a:lumMod val="76000"/>
                  </a:schemeClr>
                </a:solidFill>
                <a:ea typeface="+mn-lt"/>
                <a:cs typeface="+mn-lt"/>
              </a:rPr>
              <a:t>WHAT THIS TELLS US</a:t>
            </a:r>
            <a:endParaRPr lang="en-US" sz="1400" b="1" dirty="0">
              <a:solidFill>
                <a:schemeClr val="accent1">
                  <a:lumMod val="76000"/>
                </a:schemeClr>
              </a:solidFill>
              <a:ea typeface="+mn-lt"/>
              <a:cs typeface="+mn-lt"/>
            </a:endParaRPr>
          </a:p>
          <a:p>
            <a:endParaRPr lang="en-GB"/>
          </a:p>
          <a:p>
            <a:r>
              <a:rPr lang="en-GB" sz="1400" dirty="0">
                <a:solidFill>
                  <a:schemeClr val="accent1">
                    <a:lumMod val="76000"/>
                  </a:schemeClr>
                </a:solidFill>
                <a:ea typeface="+mn-lt"/>
                <a:cs typeface="+mn-lt"/>
              </a:rPr>
              <a:t>Most customers are one-time buyers, highlighting a strong opportunity to convert existing customers into repeat buyers. Churn analysis helps identify where retention efforts should be focused.</a:t>
            </a:r>
            <a:endParaRPr lang="en-GB" dirty="0">
              <a:solidFill>
                <a:schemeClr val="accent1">
                  <a:lumMod val="76000"/>
                </a:schemeClr>
              </a:solidFill>
              <a:ea typeface="+mn-lt"/>
              <a:cs typeface="+mn-lt"/>
            </a:endParaRP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E9C80FC2-CC63-5729-A6E2-0F7595D198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26" y="922877"/>
            <a:ext cx="2346542" cy="924838"/>
          </a:xfrm>
        </p:spPr>
        <p:txBody>
          <a:bodyPr>
            <a:normAutofit fontScale="85000" lnSpcReduction="10000"/>
          </a:bodyPr>
          <a:lstStyle/>
          <a:p>
            <a:pPr algn="ctr"/>
            <a:r>
              <a:rPr lang="en-GB" sz="2700" b="1" dirty="0">
                <a:latin typeface="Angsana New"/>
                <a:ea typeface="+mn-lt"/>
                <a:cs typeface="Angsana New"/>
              </a:rPr>
              <a:t>REPEAT CUSTOMERS</a:t>
            </a:r>
          </a:p>
          <a:p>
            <a:pPr algn="ctr"/>
            <a:r>
              <a:rPr lang="en-GB" sz="2800" dirty="0">
                <a:latin typeface="Angsana New"/>
                <a:ea typeface="+mn-lt"/>
                <a:cs typeface="Angsana New"/>
              </a:rPr>
              <a:t>3K</a:t>
            </a:r>
          </a:p>
        </p:txBody>
      </p:sp>
      <p:sp>
        <p:nvSpPr>
          <p:cNvPr id="12" name="Subtitle 6">
            <a:extLst>
              <a:ext uri="{FF2B5EF4-FFF2-40B4-BE49-F238E27FC236}">
                <a16:creationId xmlns:a16="http://schemas.microsoft.com/office/drawing/2014/main" id="{C4EC7928-4E47-6F44-0327-0F61EE2D980C}"/>
              </a:ext>
            </a:extLst>
          </p:cNvPr>
          <p:cNvSpPr txBox="1">
            <a:spLocks/>
          </p:cNvSpPr>
          <p:nvPr/>
        </p:nvSpPr>
        <p:spPr>
          <a:xfrm>
            <a:off x="2386020" y="935403"/>
            <a:ext cx="1699365" cy="93527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0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None/>
              <a:defRPr sz="2200" kern="1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2700" b="1" dirty="0">
                <a:latin typeface="Angsana New"/>
                <a:ea typeface="+mn-lt"/>
                <a:cs typeface="Angsana New"/>
              </a:rPr>
              <a:t>ACTIVE REPEAT CUSTOMERS</a:t>
            </a:r>
            <a:endParaRPr lang="en-US" sz="2700" b="1" dirty="0">
              <a:latin typeface="Angsana New"/>
              <a:ea typeface="+mn-lt"/>
              <a:cs typeface="Angsana New"/>
            </a:endParaRPr>
          </a:p>
          <a:p>
            <a:pPr algn="ctr"/>
            <a:r>
              <a:rPr lang="en-GB" sz="2800" dirty="0">
                <a:latin typeface="Angsana New"/>
                <a:ea typeface="+mn-lt"/>
                <a:cs typeface="Angsana New"/>
              </a:rPr>
              <a:t>975</a:t>
            </a:r>
          </a:p>
        </p:txBody>
      </p:sp>
      <p:sp>
        <p:nvSpPr>
          <p:cNvPr id="14" name="Subtitle 6">
            <a:extLst>
              <a:ext uri="{FF2B5EF4-FFF2-40B4-BE49-F238E27FC236}">
                <a16:creationId xmlns:a16="http://schemas.microsoft.com/office/drawing/2014/main" id="{28930D47-7834-C497-9A0E-E861B947146F}"/>
              </a:ext>
            </a:extLst>
          </p:cNvPr>
          <p:cNvSpPr txBox="1">
            <a:spLocks/>
          </p:cNvSpPr>
          <p:nvPr/>
        </p:nvSpPr>
        <p:spPr>
          <a:xfrm>
            <a:off x="4354695" y="920789"/>
            <a:ext cx="1981200" cy="93527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0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None/>
              <a:defRPr sz="2200" kern="1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2900" b="1" dirty="0">
                <a:latin typeface="Angsana New"/>
                <a:ea typeface="+mn-lt"/>
                <a:cs typeface="Angsana New"/>
              </a:rPr>
              <a:t>ONE-TIME CUSTOMERS</a:t>
            </a:r>
          </a:p>
          <a:p>
            <a:pPr algn="ctr"/>
            <a:r>
              <a:rPr lang="en-GB" sz="2800" dirty="0">
                <a:latin typeface="Angsana New"/>
                <a:ea typeface="+mn-lt"/>
                <a:cs typeface="Angsana New"/>
              </a:rPr>
              <a:t>93K</a:t>
            </a:r>
          </a:p>
        </p:txBody>
      </p:sp>
      <p:sp>
        <p:nvSpPr>
          <p:cNvPr id="16" name="Subtitle 6">
            <a:extLst>
              <a:ext uri="{FF2B5EF4-FFF2-40B4-BE49-F238E27FC236}">
                <a16:creationId xmlns:a16="http://schemas.microsoft.com/office/drawing/2014/main" id="{23865D48-B20E-FAAF-A973-16E326BD9928}"/>
              </a:ext>
            </a:extLst>
          </p:cNvPr>
          <p:cNvSpPr txBox="1">
            <a:spLocks/>
          </p:cNvSpPr>
          <p:nvPr/>
        </p:nvSpPr>
        <p:spPr>
          <a:xfrm>
            <a:off x="6344246" y="927052"/>
            <a:ext cx="2388295" cy="79957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None/>
              <a:defRPr sz="2200" kern="1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2900" b="1" dirty="0">
                <a:latin typeface="Angsana New"/>
                <a:ea typeface="+mn-lt"/>
                <a:cs typeface="Angsana New"/>
              </a:rPr>
              <a:t>CHURN RATE</a:t>
            </a:r>
          </a:p>
          <a:p>
            <a:pPr algn="ctr"/>
            <a:r>
              <a:rPr lang="en-GB" sz="2800" dirty="0">
                <a:latin typeface="Angsana New"/>
                <a:ea typeface="+mn-lt"/>
                <a:cs typeface="Angsana New"/>
              </a:rPr>
              <a:t>67.47%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805D63-4D45-8930-DB44-2E7D3FEA2C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923" y="2509055"/>
            <a:ext cx="3782730" cy="15789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C71002B-2082-0EE4-4A45-E88474F4CB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6698" y="2104373"/>
            <a:ext cx="4561562" cy="3045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1754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3E8EA-25C9-4E8F-2C4E-48CF44A44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EFFFF-FA84-4C7B-2CA7-C5FFD7C6F4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35" y="-152483"/>
            <a:ext cx="12179473" cy="917072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chemeClr val="accent1">
                    <a:lumMod val="76000"/>
                  </a:schemeClr>
                </a:solidFill>
                <a:latin typeface="Corbel"/>
                <a:ea typeface="+mj-lt"/>
                <a:cs typeface="+mj-lt"/>
              </a:rPr>
              <a:t>CUSTOMER</a:t>
            </a:r>
            <a:r>
              <a:rPr lang="en-GB" sz="3600" dirty="0">
                <a:solidFill>
                  <a:schemeClr val="accent1">
                    <a:lumMod val="76000"/>
                  </a:schemeClr>
                </a:solidFill>
                <a:ea typeface="+mj-lt"/>
                <a:cs typeface="+mj-lt"/>
              </a:rPr>
              <a:t> SATISFACTION</a:t>
            </a:r>
            <a:endParaRPr lang="en-US" sz="3600" dirty="0">
              <a:solidFill>
                <a:schemeClr val="accent1">
                  <a:lumMod val="76000"/>
                </a:schemeClr>
              </a:solidFill>
              <a:ea typeface="+mj-lt"/>
              <a:cs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D9DEBC-1638-0811-0F0C-E86C81C5E5BB}"/>
              </a:ext>
            </a:extLst>
          </p:cNvPr>
          <p:cNvSpPr txBox="1"/>
          <p:nvPr/>
        </p:nvSpPr>
        <p:spPr>
          <a:xfrm>
            <a:off x="9294106" y="938499"/>
            <a:ext cx="2871160" cy="166199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400" b="1" dirty="0">
                <a:solidFill>
                  <a:schemeClr val="accent1">
                    <a:lumMod val="76000"/>
                  </a:schemeClr>
                </a:solidFill>
                <a:ea typeface="+mn-lt"/>
                <a:cs typeface="+mn-lt"/>
              </a:rPr>
              <a:t>WHAT THIS TELLS US</a:t>
            </a:r>
            <a:endParaRPr lang="en-US" sz="1400" b="1" dirty="0">
              <a:solidFill>
                <a:schemeClr val="accent1">
                  <a:lumMod val="76000"/>
                </a:schemeClr>
              </a:solidFill>
              <a:ea typeface="+mn-lt"/>
              <a:cs typeface="+mn-lt"/>
            </a:endParaRPr>
          </a:p>
          <a:p>
            <a:endParaRPr lang="en-GB"/>
          </a:p>
          <a:p>
            <a:r>
              <a:rPr lang="en-GB" sz="1400" dirty="0">
                <a:solidFill>
                  <a:schemeClr val="accent1">
                    <a:lumMod val="76000"/>
                  </a:schemeClr>
                </a:solidFill>
                <a:ea typeface="+mn-lt"/>
                <a:cs typeface="+mn-lt"/>
              </a:rPr>
              <a:t>Overall customer satisfaction is strong, but category-level differences highlight where product and service improvements can have the greatest impact.</a:t>
            </a:r>
            <a:endParaRPr lang="en-GB" dirty="0">
              <a:solidFill>
                <a:schemeClr val="accent1">
                  <a:lumMod val="76000"/>
                </a:schemeClr>
              </a:solidFill>
              <a:ea typeface="+mn-lt"/>
              <a:cs typeface="+mn-lt"/>
            </a:endParaRP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8C1F6892-FE76-3CFD-67DF-6FA2701571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26" y="922877"/>
            <a:ext cx="2346542" cy="924838"/>
          </a:xfrm>
        </p:spPr>
        <p:txBody>
          <a:bodyPr>
            <a:normAutofit fontScale="92500" lnSpcReduction="10000"/>
          </a:bodyPr>
          <a:lstStyle/>
          <a:p>
            <a:pPr algn="ctr"/>
            <a:r>
              <a:rPr lang="en-GB" sz="2700" b="1" dirty="0">
                <a:latin typeface="Angsana New"/>
                <a:ea typeface="+mn-lt"/>
                <a:cs typeface="Angsana New"/>
              </a:rPr>
              <a:t>TOTAL REVIEWS</a:t>
            </a:r>
          </a:p>
          <a:p>
            <a:pPr algn="ctr"/>
            <a:r>
              <a:rPr lang="en-GB" sz="2800" dirty="0">
                <a:latin typeface="Angsana New"/>
                <a:ea typeface="+mn-lt"/>
                <a:cs typeface="Angsana New"/>
              </a:rPr>
              <a:t>98K</a:t>
            </a:r>
          </a:p>
        </p:txBody>
      </p:sp>
      <p:sp>
        <p:nvSpPr>
          <p:cNvPr id="12" name="Subtitle 6">
            <a:extLst>
              <a:ext uri="{FF2B5EF4-FFF2-40B4-BE49-F238E27FC236}">
                <a16:creationId xmlns:a16="http://schemas.microsoft.com/office/drawing/2014/main" id="{F7ABDFC8-15A9-DDE1-8B88-EF0B22F406BB}"/>
              </a:ext>
            </a:extLst>
          </p:cNvPr>
          <p:cNvSpPr txBox="1">
            <a:spLocks/>
          </p:cNvSpPr>
          <p:nvPr/>
        </p:nvSpPr>
        <p:spPr>
          <a:xfrm>
            <a:off x="2386020" y="935403"/>
            <a:ext cx="1699365" cy="93527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0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None/>
              <a:defRPr sz="2200" kern="1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2700" b="1" dirty="0">
                <a:latin typeface="Angsana New"/>
                <a:ea typeface="+mn-lt"/>
                <a:cs typeface="Angsana New"/>
              </a:rPr>
              <a:t>AVG REVIEW SCORE</a:t>
            </a:r>
            <a:endParaRPr lang="en-US" sz="2700" b="1" dirty="0">
              <a:latin typeface="Angsana New"/>
              <a:ea typeface="+mn-lt"/>
              <a:cs typeface="Angsana New"/>
            </a:endParaRPr>
          </a:p>
          <a:p>
            <a:pPr algn="ctr"/>
            <a:r>
              <a:rPr lang="en-GB" sz="2800" dirty="0">
                <a:latin typeface="Angsana New"/>
                <a:ea typeface="+mn-lt"/>
                <a:cs typeface="Angsana New"/>
              </a:rPr>
              <a:t>4.10</a:t>
            </a:r>
          </a:p>
        </p:txBody>
      </p:sp>
      <p:sp>
        <p:nvSpPr>
          <p:cNvPr id="14" name="Subtitle 6">
            <a:extLst>
              <a:ext uri="{FF2B5EF4-FFF2-40B4-BE49-F238E27FC236}">
                <a16:creationId xmlns:a16="http://schemas.microsoft.com/office/drawing/2014/main" id="{9DC1CBC4-BA0B-B9CD-A065-D884703884A1}"/>
              </a:ext>
            </a:extLst>
          </p:cNvPr>
          <p:cNvSpPr txBox="1">
            <a:spLocks/>
          </p:cNvSpPr>
          <p:nvPr/>
        </p:nvSpPr>
        <p:spPr>
          <a:xfrm>
            <a:off x="4354695" y="920789"/>
            <a:ext cx="1981200" cy="93527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None/>
              <a:defRPr sz="2200" kern="1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2900" b="1" dirty="0">
                <a:latin typeface="Angsana New"/>
                <a:ea typeface="+mn-lt"/>
                <a:cs typeface="Angsana New"/>
              </a:rPr>
              <a:t>POSITIVE REVIEWS</a:t>
            </a:r>
            <a:endParaRPr lang="en-US" sz="2900" b="1" dirty="0">
              <a:latin typeface="Angsana New"/>
              <a:ea typeface="+mn-lt"/>
              <a:cs typeface="Angsana New"/>
            </a:endParaRPr>
          </a:p>
          <a:p>
            <a:pPr algn="ctr"/>
            <a:r>
              <a:rPr lang="en-GB" sz="2800" dirty="0">
                <a:latin typeface="Angsana New"/>
                <a:ea typeface="+mn-lt"/>
                <a:cs typeface="Angsana New"/>
              </a:rPr>
              <a:t>76K</a:t>
            </a:r>
          </a:p>
        </p:txBody>
      </p:sp>
      <p:sp>
        <p:nvSpPr>
          <p:cNvPr id="16" name="Subtitle 6">
            <a:extLst>
              <a:ext uri="{FF2B5EF4-FFF2-40B4-BE49-F238E27FC236}">
                <a16:creationId xmlns:a16="http://schemas.microsoft.com/office/drawing/2014/main" id="{9FAAFB5E-3503-1CF9-A884-759554814492}"/>
              </a:ext>
            </a:extLst>
          </p:cNvPr>
          <p:cNvSpPr txBox="1">
            <a:spLocks/>
          </p:cNvSpPr>
          <p:nvPr/>
        </p:nvSpPr>
        <p:spPr>
          <a:xfrm>
            <a:off x="6344246" y="927052"/>
            <a:ext cx="2388295" cy="79957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None/>
              <a:defRPr sz="2200" kern="1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2900" b="1" dirty="0">
                <a:latin typeface="Angsana New"/>
                <a:ea typeface="+mn-lt"/>
                <a:cs typeface="Angsana New"/>
              </a:rPr>
              <a:t>NEGATIVE REVIEWS</a:t>
            </a:r>
          </a:p>
          <a:p>
            <a:pPr algn="ctr"/>
            <a:r>
              <a:rPr lang="en-GB" sz="2800" dirty="0">
                <a:latin typeface="Angsana New"/>
                <a:ea typeface="+mn-lt"/>
                <a:cs typeface="Angsana New"/>
              </a:rPr>
              <a:t>14%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51D284-E45B-BD47-0982-04A4B634BA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0210" y="2601825"/>
            <a:ext cx="4496455" cy="231196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07F0E17-110C-9602-7DEB-7C8A172927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85" y="2602740"/>
            <a:ext cx="4487841" cy="2310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2758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77D3B-25C0-9226-8111-055AE2B74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1FBA2-2A61-4EA7-062F-E8A7E88F6D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35" y="-152483"/>
            <a:ext cx="12179473" cy="917072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chemeClr val="accent1">
                    <a:lumMod val="76000"/>
                  </a:schemeClr>
                </a:solidFill>
                <a:latin typeface="Corbel"/>
                <a:ea typeface="+mj-lt"/>
                <a:cs typeface="+mj-lt"/>
              </a:rPr>
              <a:t>RETENTION</a:t>
            </a:r>
            <a:r>
              <a:rPr lang="en-GB" sz="3600" dirty="0">
                <a:solidFill>
                  <a:schemeClr val="accent1">
                    <a:lumMod val="76000"/>
                  </a:schemeClr>
                </a:solidFill>
                <a:ea typeface="+mj-lt"/>
                <a:cs typeface="+mj-lt"/>
              </a:rPr>
              <a:t> &amp; GROWTH OPPORTUNITIES</a:t>
            </a:r>
            <a:endParaRPr lang="en-US" sz="3600" dirty="0">
              <a:solidFill>
                <a:schemeClr val="accent1">
                  <a:lumMod val="76000"/>
                </a:schemeClr>
              </a:solidFill>
              <a:ea typeface="+mj-lt"/>
              <a:cs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717338-9DD9-9EEA-3E30-AA8F49C7A9C3}"/>
              </a:ext>
            </a:extLst>
          </p:cNvPr>
          <p:cNvSpPr txBox="1"/>
          <p:nvPr/>
        </p:nvSpPr>
        <p:spPr>
          <a:xfrm>
            <a:off x="9273229" y="938499"/>
            <a:ext cx="2912913" cy="504753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400" b="1" dirty="0">
                <a:solidFill>
                  <a:schemeClr val="accent1">
                    <a:lumMod val="76000"/>
                  </a:schemeClr>
                </a:solidFill>
              </a:rPr>
              <a:t>WRECOMMENDED ACTIONS</a:t>
            </a:r>
            <a:endParaRPr lang="en-US" sz="1400" b="1" dirty="0">
              <a:solidFill>
                <a:schemeClr val="accent1">
                  <a:lumMod val="76000"/>
                </a:schemeClr>
              </a:solidFill>
            </a:endParaRPr>
          </a:p>
          <a:p>
            <a:endParaRPr lang="en-GB" sz="1400" b="1" dirty="0">
              <a:solidFill>
                <a:schemeClr val="accent1">
                  <a:lumMod val="76000"/>
                </a:schemeClr>
              </a:solidFill>
            </a:endParaRPr>
          </a:p>
          <a:p>
            <a:r>
              <a:rPr lang="en-GB" sz="1400" b="1" dirty="0">
                <a:solidFill>
                  <a:schemeClr val="accent1">
                    <a:lumMod val="76000"/>
                  </a:schemeClr>
                </a:solidFill>
              </a:rPr>
              <a:t>Retain high-value customers</a:t>
            </a:r>
          </a:p>
          <a:p>
            <a:br>
              <a:rPr lang="en-GB" sz="1400" b="1" dirty="0">
                <a:solidFill>
                  <a:schemeClr val="accent1">
                    <a:lumMod val="76000"/>
                  </a:schemeClr>
                </a:solidFill>
              </a:rPr>
            </a:br>
            <a:r>
              <a:rPr lang="en-GB" sz="1400" dirty="0">
                <a:solidFill>
                  <a:schemeClr val="accent1">
                    <a:lumMod val="76000"/>
                  </a:schemeClr>
                </a:solidFill>
              </a:rPr>
              <a:t> Prioritize customers generating higher revenue.</a:t>
            </a:r>
            <a:endParaRPr lang="en-GB">
              <a:solidFill>
                <a:schemeClr val="accent1">
                  <a:lumMod val="76000"/>
                </a:schemeClr>
              </a:solidFill>
            </a:endParaRPr>
          </a:p>
          <a:p>
            <a:endParaRPr lang="en-GB" sz="1400" dirty="0">
              <a:solidFill>
                <a:schemeClr val="accent1">
                  <a:lumMod val="76000"/>
                </a:schemeClr>
              </a:solidFill>
            </a:endParaRPr>
          </a:p>
          <a:p>
            <a:r>
              <a:rPr lang="en-GB" sz="1400" b="1" dirty="0">
                <a:solidFill>
                  <a:schemeClr val="accent1">
                    <a:lumMod val="76000"/>
                  </a:schemeClr>
                </a:solidFill>
              </a:rPr>
              <a:t>Convert one-time buyers</a:t>
            </a:r>
            <a:endParaRPr lang="en-US" sz="1400" dirty="0">
              <a:solidFill>
                <a:schemeClr val="accent1">
                  <a:lumMod val="76000"/>
                </a:schemeClr>
              </a:solidFill>
            </a:endParaRPr>
          </a:p>
          <a:p>
            <a:br>
              <a:rPr lang="en-GB" sz="1400" b="1" dirty="0">
                <a:solidFill>
                  <a:schemeClr val="accent1">
                    <a:lumMod val="76000"/>
                  </a:schemeClr>
                </a:solidFill>
              </a:rPr>
            </a:br>
            <a:r>
              <a:rPr lang="en-GB" sz="1400" dirty="0">
                <a:solidFill>
                  <a:schemeClr val="accent1">
                    <a:lumMod val="76000"/>
                  </a:schemeClr>
                </a:solidFill>
              </a:rPr>
              <a:t> Use targeted offers to encourage a second purchase.</a:t>
            </a:r>
            <a:endParaRPr lang="en-US" sz="1400">
              <a:solidFill>
                <a:schemeClr val="accent1">
                  <a:lumMod val="76000"/>
                </a:schemeClr>
              </a:solidFill>
            </a:endParaRPr>
          </a:p>
          <a:p>
            <a:endParaRPr lang="en-GB" sz="1400" dirty="0">
              <a:solidFill>
                <a:schemeClr val="accent1">
                  <a:lumMod val="76000"/>
                </a:schemeClr>
              </a:solidFill>
            </a:endParaRPr>
          </a:p>
          <a:p>
            <a:r>
              <a:rPr lang="en-GB" sz="1400" b="1" dirty="0">
                <a:solidFill>
                  <a:schemeClr val="accent1">
                    <a:lumMod val="76000"/>
                  </a:schemeClr>
                </a:solidFill>
              </a:rPr>
              <a:t>Focus on high-risk states</a:t>
            </a:r>
          </a:p>
          <a:p>
            <a:br>
              <a:rPr lang="en-GB" sz="1400" b="1" dirty="0">
                <a:solidFill>
                  <a:schemeClr val="accent1">
                    <a:lumMod val="76000"/>
                  </a:schemeClr>
                </a:solidFill>
              </a:rPr>
            </a:br>
            <a:r>
              <a:rPr lang="en-GB" sz="1400" dirty="0">
                <a:solidFill>
                  <a:schemeClr val="accent1">
                    <a:lumMod val="76000"/>
                  </a:schemeClr>
                </a:solidFill>
              </a:rPr>
              <a:t> Prioritize retention efforts where revenue at risk is highest.</a:t>
            </a:r>
            <a:endParaRPr lang="en-GB">
              <a:solidFill>
                <a:schemeClr val="accent1">
                  <a:lumMod val="76000"/>
                </a:schemeClr>
              </a:solidFill>
            </a:endParaRPr>
          </a:p>
          <a:p>
            <a:endParaRPr lang="en-GB" sz="1400" dirty="0">
              <a:solidFill>
                <a:schemeClr val="accent1">
                  <a:lumMod val="76000"/>
                </a:schemeClr>
              </a:solidFill>
            </a:endParaRPr>
          </a:p>
          <a:p>
            <a:r>
              <a:rPr lang="en-GB" sz="1400" b="1" dirty="0">
                <a:solidFill>
                  <a:schemeClr val="accent1">
                    <a:lumMod val="76000"/>
                  </a:schemeClr>
                </a:solidFill>
              </a:rPr>
              <a:t>Strengthen repeat  purchasing</a:t>
            </a:r>
            <a:endParaRPr lang="en-GB" dirty="0">
              <a:solidFill>
                <a:schemeClr val="accent1">
                  <a:lumMod val="76000"/>
                </a:schemeClr>
              </a:solidFill>
            </a:endParaRPr>
          </a:p>
          <a:p>
            <a:br>
              <a:rPr lang="en-GB" sz="1400" b="1" dirty="0">
                <a:solidFill>
                  <a:schemeClr val="accent1">
                    <a:lumMod val="76000"/>
                  </a:schemeClr>
                </a:solidFill>
              </a:rPr>
            </a:br>
            <a:r>
              <a:rPr lang="en-GB" sz="1400" dirty="0">
                <a:solidFill>
                  <a:schemeClr val="accent1">
                    <a:lumMod val="76000"/>
                  </a:schemeClr>
                </a:solidFill>
              </a:rPr>
              <a:t> Use customer behaviour and payment preferences to create targeted campaigns.</a:t>
            </a:r>
            <a:endParaRPr lang="en-GB">
              <a:solidFill>
                <a:schemeClr val="accent1">
                  <a:lumMod val="76000"/>
                </a:schemeClr>
              </a:solidFill>
            </a:endParaRPr>
          </a:p>
          <a:p>
            <a:endParaRPr lang="en-GB" sz="1400" b="1" dirty="0">
              <a:solidFill>
                <a:schemeClr val="accent1">
                  <a:lumMod val="76000"/>
                </a:schemeClr>
              </a:solidFill>
              <a:ea typeface="+mn-lt"/>
              <a:cs typeface="+mn-lt"/>
            </a:endParaRP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012D04B6-334D-F6CF-BB52-C9508F1DB7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249" y="933315"/>
            <a:ext cx="2252596" cy="789139"/>
          </a:xfrm>
        </p:spPr>
        <p:txBody>
          <a:bodyPr>
            <a:normAutofit fontScale="92500" lnSpcReduction="20000"/>
          </a:bodyPr>
          <a:lstStyle/>
          <a:p>
            <a:pPr algn="ctr"/>
            <a:r>
              <a:rPr lang="en-GB" sz="2400" b="1" dirty="0">
                <a:latin typeface="Angsana New"/>
                <a:ea typeface="+mn-lt"/>
                <a:cs typeface="Angsana New"/>
              </a:rPr>
              <a:t>REVENUE AT RISK</a:t>
            </a:r>
          </a:p>
          <a:p>
            <a:pPr algn="ctr"/>
            <a:r>
              <a:rPr lang="en-GB" sz="2400" dirty="0">
                <a:latin typeface="Angsana New"/>
                <a:ea typeface="+mn-lt"/>
                <a:cs typeface="Angsana New"/>
              </a:rPr>
              <a:t>615.47K</a:t>
            </a:r>
          </a:p>
        </p:txBody>
      </p:sp>
      <p:sp>
        <p:nvSpPr>
          <p:cNvPr id="12" name="Subtitle 6">
            <a:extLst>
              <a:ext uri="{FF2B5EF4-FFF2-40B4-BE49-F238E27FC236}">
                <a16:creationId xmlns:a16="http://schemas.microsoft.com/office/drawing/2014/main" id="{85838A65-F46A-2330-778F-CBE3BA6F2C23}"/>
              </a:ext>
            </a:extLst>
          </p:cNvPr>
          <p:cNvSpPr txBox="1">
            <a:spLocks/>
          </p:cNvSpPr>
          <p:nvPr/>
        </p:nvSpPr>
        <p:spPr>
          <a:xfrm>
            <a:off x="2198133" y="935404"/>
            <a:ext cx="3118979" cy="77870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None/>
              <a:defRPr sz="2200" kern="1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GB" sz="2000" b="1" dirty="0">
                <a:latin typeface="Angsana New"/>
                <a:ea typeface="+mn-lt"/>
                <a:cs typeface="Angsana New"/>
              </a:rPr>
              <a:t>HIGH-VALUE CUSTOMERS</a:t>
            </a:r>
            <a:endParaRPr lang="en-US" sz="2000" b="1">
              <a:latin typeface="Angsana New"/>
              <a:ea typeface="+mn-lt"/>
              <a:cs typeface="Angsana New"/>
            </a:endParaRPr>
          </a:p>
          <a:p>
            <a:pPr algn="ctr">
              <a:lnSpc>
                <a:spcPct val="100000"/>
              </a:lnSpc>
            </a:pPr>
            <a:r>
              <a:rPr lang="en-GB" sz="2000" b="1" dirty="0">
                <a:latin typeface="Angsana New"/>
                <a:ea typeface="+mn-lt"/>
                <a:cs typeface="Angsana New"/>
              </a:rPr>
              <a:t>225</a:t>
            </a:r>
          </a:p>
        </p:txBody>
      </p:sp>
      <p:sp>
        <p:nvSpPr>
          <p:cNvPr id="14" name="Subtitle 6">
            <a:extLst>
              <a:ext uri="{FF2B5EF4-FFF2-40B4-BE49-F238E27FC236}">
                <a16:creationId xmlns:a16="http://schemas.microsoft.com/office/drawing/2014/main" id="{1DB65AC1-0926-67AA-10A8-BBD0619FBD6D}"/>
              </a:ext>
            </a:extLst>
          </p:cNvPr>
          <p:cNvSpPr txBox="1">
            <a:spLocks/>
          </p:cNvSpPr>
          <p:nvPr/>
        </p:nvSpPr>
        <p:spPr>
          <a:xfrm>
            <a:off x="4876614" y="931229"/>
            <a:ext cx="2430047" cy="93527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5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None/>
              <a:defRPr sz="2200" kern="1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3500" b="1" dirty="0">
                <a:latin typeface="Angsana New"/>
                <a:ea typeface="+mn-lt"/>
                <a:cs typeface="Angsana New"/>
              </a:rPr>
              <a:t>REPEAT CUSTOMER REVENUE</a:t>
            </a:r>
            <a:endParaRPr lang="en-US" sz="3500" b="1" dirty="0">
              <a:latin typeface="Angsana New"/>
              <a:ea typeface="+mn-lt"/>
              <a:cs typeface="Angsana New"/>
            </a:endParaRPr>
          </a:p>
          <a:p>
            <a:pPr algn="ctr"/>
            <a:r>
              <a:rPr lang="en-GB" sz="3500" b="1" dirty="0">
                <a:latin typeface="Angsana New"/>
                <a:ea typeface="+mn-lt"/>
                <a:cs typeface="Angsana New"/>
              </a:rPr>
              <a:t>944.02K</a:t>
            </a:r>
          </a:p>
        </p:txBody>
      </p:sp>
      <p:sp>
        <p:nvSpPr>
          <p:cNvPr id="16" name="Subtitle 6">
            <a:extLst>
              <a:ext uri="{FF2B5EF4-FFF2-40B4-BE49-F238E27FC236}">
                <a16:creationId xmlns:a16="http://schemas.microsoft.com/office/drawing/2014/main" id="{319A77B5-3EB3-79FA-4373-A406A183263C}"/>
              </a:ext>
            </a:extLst>
          </p:cNvPr>
          <p:cNvSpPr txBox="1">
            <a:spLocks/>
          </p:cNvSpPr>
          <p:nvPr/>
        </p:nvSpPr>
        <p:spPr>
          <a:xfrm>
            <a:off x="6740903" y="937489"/>
            <a:ext cx="2534431" cy="95615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None/>
              <a:defRPr sz="2200" kern="1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2000" b="1" dirty="0">
                <a:latin typeface="Angsana New"/>
                <a:ea typeface="+mn-lt"/>
                <a:cs typeface="Angsana New"/>
              </a:rPr>
              <a:t>REPEAT PURCHASE OPPORTUNITY</a:t>
            </a:r>
          </a:p>
          <a:p>
            <a:pPr algn="ctr"/>
            <a:r>
              <a:rPr lang="en-GB" sz="2000" dirty="0">
                <a:latin typeface="Angsana New"/>
                <a:ea typeface="+mn-lt"/>
                <a:cs typeface="Angsana New"/>
              </a:rPr>
              <a:t>93K</a:t>
            </a:r>
            <a:endParaRPr lang="en-GB" sz="2000">
              <a:latin typeface="Angsana New"/>
              <a:ea typeface="+mn-lt"/>
              <a:cs typeface="Angsana New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D6A154-6AB9-D5B2-55F1-60A55B3F72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023" y="2290175"/>
            <a:ext cx="2981325" cy="2590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7CDD548-B7EF-7A2D-B09E-F0FC87ADC8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4251" y="2292785"/>
            <a:ext cx="2856978" cy="2606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902223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Frame</vt:lpstr>
      <vt:lpstr>CUSTOMER 360 INTELLIGENCE </vt:lpstr>
      <vt:lpstr>BUSINESS PROBLEM &amp; OBJECTIVES</vt:lpstr>
      <vt:lpstr>DATA &amp; DATA MODEL</vt:lpstr>
      <vt:lpstr>EXECUTIVE PERFORMANCE</vt:lpstr>
      <vt:lpstr>SALES &amp; PRODUCT ANALYTICS</vt:lpstr>
      <vt:lpstr>CUSTOMER &amp; CHURN ANALYTICS</vt:lpstr>
      <vt:lpstr>CUSTOMER SATISFACTION</vt:lpstr>
      <vt:lpstr>RETENTION &amp; GROWTH OPPORTUNITIES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462</cp:revision>
  <dcterms:created xsi:type="dcterms:W3CDTF">2026-09-06T11:06:13Z</dcterms:created>
  <dcterms:modified xsi:type="dcterms:W3CDTF">2026-09-06T16:53:46Z</dcterms:modified>
</cp:coreProperties>
</file>